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9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6c346e2b31004c6" providerId="LiveId" clId="{C91A3559-9F0D-4BE9-B22D-98C29200E981}"/>
    <pc:docChg chg="undo custSel modSld">
      <pc:chgData name="" userId="d6c346e2b31004c6" providerId="LiveId" clId="{C91A3559-9F0D-4BE9-B22D-98C29200E981}" dt="2025-11-23T05:32:12.836" v="157" actId="1076"/>
      <pc:docMkLst>
        <pc:docMk/>
      </pc:docMkLst>
      <pc:sldChg chg="addSp delSp modSp">
        <pc:chgData name="" userId="d6c346e2b31004c6" providerId="LiveId" clId="{C91A3559-9F0D-4BE9-B22D-98C29200E981}" dt="2025-11-23T05:32:12.836" v="157" actId="1076"/>
        <pc:sldMkLst>
          <pc:docMk/>
          <pc:sldMk cId="986162187" sldId="259"/>
        </pc:sldMkLst>
        <pc:spChg chg="add del mod">
          <ac:chgData name="" userId="d6c346e2b31004c6" providerId="LiveId" clId="{C91A3559-9F0D-4BE9-B22D-98C29200E981}" dt="2025-11-23T05:18:40.443" v="137" actId="478"/>
          <ac:spMkLst>
            <pc:docMk/>
            <pc:sldMk cId="986162187" sldId="259"/>
            <ac:spMk id="2" creationId="{ACEFAFDD-1168-469B-865C-C70B42F11060}"/>
          </ac:spMkLst>
        </pc:spChg>
        <pc:spChg chg="add mod">
          <ac:chgData name="" userId="d6c346e2b31004c6" providerId="LiveId" clId="{C91A3559-9F0D-4BE9-B22D-98C29200E981}" dt="2025-11-23T05:32:04.661" v="156" actId="1076"/>
          <ac:spMkLst>
            <pc:docMk/>
            <pc:sldMk cId="986162187" sldId="259"/>
            <ac:spMk id="24" creationId="{DF93FACF-CC33-49CA-A2EB-AAA8E1CEE2DD}"/>
          </ac:spMkLst>
        </pc:spChg>
        <pc:spChg chg="mod">
          <ac:chgData name="" userId="d6c346e2b31004c6" providerId="LiveId" clId="{C91A3559-9F0D-4BE9-B22D-98C29200E981}" dt="2025-11-23T05:22:55.336" v="153" actId="1076"/>
          <ac:spMkLst>
            <pc:docMk/>
            <pc:sldMk cId="986162187" sldId="259"/>
            <ac:spMk id="25" creationId="{966EFF45-815D-4614-B9F3-F3E2566F417C}"/>
          </ac:spMkLst>
        </pc:spChg>
        <pc:spChg chg="mod">
          <ac:chgData name="" userId="d6c346e2b31004c6" providerId="LiveId" clId="{C91A3559-9F0D-4BE9-B22D-98C29200E981}" dt="2025-11-23T05:17:32.432" v="125" actId="20577"/>
          <ac:spMkLst>
            <pc:docMk/>
            <pc:sldMk cId="986162187" sldId="259"/>
            <ac:spMk id="38" creationId="{818CC068-16DF-4AB5-9850-14B30E177149}"/>
          </ac:spMkLst>
        </pc:spChg>
        <pc:picChg chg="add del">
          <ac:chgData name="" userId="d6c346e2b31004c6" providerId="LiveId" clId="{C91A3559-9F0D-4BE9-B22D-98C29200E981}" dt="2025-11-23T05:18:54.187" v="139"/>
          <ac:picMkLst>
            <pc:docMk/>
            <pc:sldMk cId="986162187" sldId="259"/>
            <ac:picMk id="3" creationId="{EF308A8B-98ED-450B-A251-DDEF725E3DE9}"/>
          </ac:picMkLst>
        </pc:picChg>
        <pc:picChg chg="mod modCrop">
          <ac:chgData name="" userId="d6c346e2b31004c6" providerId="LiveId" clId="{C91A3559-9F0D-4BE9-B22D-98C29200E981}" dt="2025-11-23T05:32:12.836" v="157" actId="1076"/>
          <ac:picMkLst>
            <pc:docMk/>
            <pc:sldMk cId="986162187" sldId="259"/>
            <ac:picMk id="29" creationId="{91BFE737-5BB5-4407-8704-871699D67509}"/>
          </ac:picMkLst>
        </pc:picChg>
      </pc:sldChg>
      <pc:sldChg chg="addSp delSp modSp">
        <pc:chgData name="" userId="d6c346e2b31004c6" providerId="LiveId" clId="{C91A3559-9F0D-4BE9-B22D-98C29200E981}" dt="2025-11-23T05:15:52.991" v="96" actId="6549"/>
        <pc:sldMkLst>
          <pc:docMk/>
          <pc:sldMk cId="4164702812" sldId="261"/>
        </pc:sldMkLst>
        <pc:spChg chg="add mod">
          <ac:chgData name="" userId="d6c346e2b31004c6" providerId="LiveId" clId="{C91A3559-9F0D-4BE9-B22D-98C29200E981}" dt="2025-11-23T05:15:52.991" v="96" actId="6549"/>
          <ac:spMkLst>
            <pc:docMk/>
            <pc:sldMk cId="4164702812" sldId="261"/>
            <ac:spMk id="2" creationId="{635EC2E9-E61D-4074-86FB-61E40F96281B}"/>
          </ac:spMkLst>
        </pc:spChg>
        <pc:spChg chg="add del mod">
          <ac:chgData name="" userId="d6c346e2b31004c6" providerId="LiveId" clId="{C91A3559-9F0D-4BE9-B22D-98C29200E981}" dt="2025-11-23T05:15:37.767" v="95" actId="478"/>
          <ac:spMkLst>
            <pc:docMk/>
            <pc:sldMk cId="4164702812" sldId="261"/>
            <ac:spMk id="3" creationId="{4A41F1FA-6DE0-492F-8665-7D85A4F7A4F3}"/>
          </ac:spMkLst>
        </pc:spChg>
        <pc:spChg chg="mod">
          <ac:chgData name="" userId="d6c346e2b31004c6" providerId="LiveId" clId="{C91A3559-9F0D-4BE9-B22D-98C29200E981}" dt="2025-11-23T05:10:12.690" v="77" actId="1076"/>
          <ac:spMkLst>
            <pc:docMk/>
            <pc:sldMk cId="4164702812" sldId="261"/>
            <ac:spMk id="23" creationId="{A2CCD931-A624-496A-A7E7-35E96ACED122}"/>
          </ac:spMkLst>
        </pc:spChg>
        <pc:picChg chg="mod">
          <ac:chgData name="" userId="d6c346e2b31004c6" providerId="LiveId" clId="{C91A3559-9F0D-4BE9-B22D-98C29200E981}" dt="2025-11-23T05:10:12.690" v="77" actId="1076"/>
          <ac:picMkLst>
            <pc:docMk/>
            <pc:sldMk cId="4164702812" sldId="261"/>
            <ac:picMk id="29" creationId="{91BFE737-5BB5-4407-8704-871699D67509}"/>
          </ac:picMkLst>
        </pc:picChg>
      </pc:sldChg>
      <pc:sldChg chg="delSp modSp">
        <pc:chgData name="" userId="d6c346e2b31004c6" providerId="LiveId" clId="{C91A3559-9F0D-4BE9-B22D-98C29200E981}" dt="2025-11-23T05:31:09.845" v="155" actId="1076"/>
        <pc:sldMkLst>
          <pc:docMk/>
          <pc:sldMk cId="994250340" sldId="262"/>
        </pc:sldMkLst>
        <pc:spChg chg="mod">
          <ac:chgData name="" userId="d6c346e2b31004c6" providerId="LiveId" clId="{C91A3559-9F0D-4BE9-B22D-98C29200E981}" dt="2025-11-23T05:02:38.148" v="4" actId="1076"/>
          <ac:spMkLst>
            <pc:docMk/>
            <pc:sldMk cId="994250340" sldId="262"/>
            <ac:spMk id="2" creationId="{B515B6D0-9AFF-43C5-82E5-EEED4E66B5B1}"/>
          </ac:spMkLst>
        </pc:spChg>
        <pc:spChg chg="del">
          <ac:chgData name="" userId="d6c346e2b31004c6" providerId="LiveId" clId="{C91A3559-9F0D-4BE9-B22D-98C29200E981}" dt="2025-11-23T05:00:48.083" v="2" actId="478"/>
          <ac:spMkLst>
            <pc:docMk/>
            <pc:sldMk cId="994250340" sldId="262"/>
            <ac:spMk id="24" creationId="{4A70052C-BF04-456D-91BA-99ACBFCDD292}"/>
          </ac:spMkLst>
        </pc:spChg>
        <pc:spChg chg="mod">
          <ac:chgData name="" userId="d6c346e2b31004c6" providerId="LiveId" clId="{C91A3559-9F0D-4BE9-B22D-98C29200E981}" dt="2025-11-23T05:31:09.845" v="155" actId="1076"/>
          <ac:spMkLst>
            <pc:docMk/>
            <pc:sldMk cId="994250340" sldId="262"/>
            <ac:spMk id="25" creationId="{966EFF45-815D-4614-B9F3-F3E2566F417C}"/>
          </ac:spMkLst>
        </pc:spChg>
        <pc:spChg chg="mod">
          <ac:chgData name="" userId="d6c346e2b31004c6" providerId="LiveId" clId="{C91A3559-9F0D-4BE9-B22D-98C29200E981}" dt="2025-11-23T05:02:38.148" v="4" actId="1076"/>
          <ac:spMkLst>
            <pc:docMk/>
            <pc:sldMk cId="994250340" sldId="262"/>
            <ac:spMk id="26" creationId="{6F534919-9882-4E55-83D3-1390C04EECD3}"/>
          </ac:spMkLst>
        </pc:spChg>
        <pc:spChg chg="mod">
          <ac:chgData name="" userId="d6c346e2b31004c6" providerId="LiveId" clId="{C91A3559-9F0D-4BE9-B22D-98C29200E981}" dt="2025-11-23T05:17:42.747" v="132" actId="20577"/>
          <ac:spMkLst>
            <pc:docMk/>
            <pc:sldMk cId="994250340" sldId="262"/>
            <ac:spMk id="38" creationId="{818CC068-16DF-4AB5-9850-14B30E177149}"/>
          </ac:spMkLst>
        </pc:spChg>
        <pc:picChg chg="mod">
          <ac:chgData name="" userId="d6c346e2b31004c6" providerId="LiveId" clId="{C91A3559-9F0D-4BE9-B22D-98C29200E981}" dt="2025-11-23T05:30:56.294" v="154" actId="1076"/>
          <ac:picMkLst>
            <pc:docMk/>
            <pc:sldMk cId="994250340" sldId="262"/>
            <ac:picMk id="29" creationId="{91BFE737-5BB5-4407-8704-871699D675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56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13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57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8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4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1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90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00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57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0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8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87130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83799" y="5004294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6ED6BB-7206-4CBA-98BB-12E9E5CF9335}"/>
              </a:ext>
            </a:extLst>
          </p:cNvPr>
          <p:cNvSpPr/>
          <p:nvPr/>
        </p:nvSpPr>
        <p:spPr>
          <a:xfrm>
            <a:off x="3481875" y="3649488"/>
            <a:ext cx="2542684" cy="11926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회장</a:t>
            </a:r>
            <a:r>
              <a:rPr lang="ko-KR" altLang="en-US" sz="105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현 봉 자 </a:t>
            </a:r>
            <a:br>
              <a:rPr lang="en-US" altLang="ko-KR" sz="1050" b="1" dirty="0"/>
            </a:br>
            <a:endParaRPr lang="en-US" altLang="ko-KR" sz="1050" b="1" dirty="0"/>
          </a:p>
          <a:p>
            <a:r>
              <a:rPr lang="ko-KR" altLang="en-US" sz="1050" dirty="0"/>
              <a:t>전화번호 </a:t>
            </a:r>
            <a:r>
              <a:rPr lang="en-US" altLang="ko-KR" sz="1050" dirty="0"/>
              <a:t>(+82)010-5448-5616</a:t>
            </a:r>
            <a:br>
              <a:rPr lang="en-US" altLang="ko-KR" sz="1050" b="1" dirty="0"/>
            </a:br>
            <a:r>
              <a:rPr lang="ko-KR" altLang="en-US" sz="1050" dirty="0"/>
              <a:t>충남 부여군 임천면 성흥로 </a:t>
            </a:r>
            <a:r>
              <a:rPr lang="en-US" altLang="ko-KR" sz="1050" dirty="0"/>
              <a:t>119</a:t>
            </a:r>
            <a:r>
              <a:rPr lang="ko-KR" altLang="en-US" sz="1050" dirty="0"/>
              <a:t>번길 </a:t>
            </a:r>
            <a:r>
              <a:rPr lang="en-US" altLang="ko-KR" sz="1050" dirty="0"/>
              <a:t>60-3</a:t>
            </a:r>
            <a:br>
              <a:rPr lang="en-US" altLang="ko-KR" sz="1050" dirty="0"/>
            </a:br>
            <a:br>
              <a:rPr lang="en-US" altLang="ko-KR" sz="1000" dirty="0"/>
            </a:br>
            <a:endParaRPr lang="ko-KR" altLang="en-US" sz="105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03090C3-8055-4FCB-A788-8F8B73E52F2B}"/>
              </a:ext>
            </a:extLst>
          </p:cNvPr>
          <p:cNvSpPr/>
          <p:nvPr/>
        </p:nvSpPr>
        <p:spPr>
          <a:xfrm>
            <a:off x="3377680" y="2982249"/>
            <a:ext cx="2589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사랑과 나눔 센터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1849723" y="3585956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2044824" y="860187"/>
            <a:ext cx="302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</a:t>
            </a:r>
            <a:r>
              <a:rPr lang="en-US" altLang="ko-KR" b="1" dirty="0">
                <a:latin typeface="+mn-ea"/>
              </a:rPr>
              <a:t>FRONT </a:t>
            </a:r>
            <a:r>
              <a:rPr lang="ko-KR" altLang="en-US" b="1" dirty="0"/>
              <a:t>회장 현 봉자 </a:t>
            </a:r>
            <a:endParaRPr lang="ko-KR" altLang="en-US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D1D4B3-A31E-471C-B17E-0101CFCCA982}"/>
              </a:ext>
            </a:extLst>
          </p:cNvPr>
          <p:cNvSpPr/>
          <p:nvPr/>
        </p:nvSpPr>
        <p:spPr>
          <a:xfrm>
            <a:off x="4364675" y="4523172"/>
            <a:ext cx="13388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@</a:t>
            </a:r>
            <a:r>
              <a:rPr lang="ko-KR" altLang="en-US" sz="1100" dirty="0"/>
              <a:t>부여봉자언니</a:t>
            </a:r>
            <a:r>
              <a:rPr lang="en-US" altLang="ko-KR" sz="1100" dirty="0"/>
              <a:t>_tv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1200587-1FE2-4D88-9071-E3079B3A7D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89" b="37906"/>
          <a:stretch/>
        </p:blipFill>
        <p:spPr>
          <a:xfrm>
            <a:off x="3593473" y="4541629"/>
            <a:ext cx="771202" cy="1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2054709" y="1323191"/>
            <a:ext cx="1465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Layout </a:t>
            </a:r>
            <a:r>
              <a:rPr lang="en-US" altLang="ko-KR" b="1" dirty="0">
                <a:latin typeface="+mn-ea"/>
              </a:rPr>
              <a:t>BACK</a:t>
            </a:r>
            <a:endParaRPr lang="ko-KR" altLang="en-US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434853" y="2744984"/>
            <a:ext cx="2214337" cy="90436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CCD931-A624-496A-A7E7-35E96ACED122}"/>
              </a:ext>
            </a:extLst>
          </p:cNvPr>
          <p:cNvSpPr/>
          <p:nvPr/>
        </p:nvSpPr>
        <p:spPr>
          <a:xfrm>
            <a:off x="3520688" y="3649351"/>
            <a:ext cx="2505814" cy="8463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식품사막 문제 해결 솔루션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</a:p>
          <a:p>
            <a:endParaRPr lang="en-US" altLang="ko-KR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  <a:p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5EC2E9-E61D-4074-86FB-61E40F96281B}"/>
              </a:ext>
            </a:extLst>
          </p:cNvPr>
          <p:cNvSpPr/>
          <p:nvPr/>
        </p:nvSpPr>
        <p:spPr>
          <a:xfrm>
            <a:off x="3520688" y="4254709"/>
            <a:ext cx="364467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인구 감소</a:t>
            </a:r>
            <a:r>
              <a:rPr lang="en-US" altLang="ko-KR" sz="1100" dirty="0"/>
              <a:t>, </a:t>
            </a:r>
            <a:r>
              <a:rPr lang="ko-KR" altLang="en-US" sz="1100" dirty="0"/>
              <a:t>고령화와 도시 외곽 및 농어촌 지역의 </a:t>
            </a:r>
            <a:br>
              <a:rPr lang="en-US" altLang="ko-KR" sz="1100" dirty="0"/>
            </a:br>
            <a:r>
              <a:rPr lang="ko-KR" altLang="en-US" sz="1100" dirty="0"/>
              <a:t>인구 유출로 인해 주변에서 신선식품을 구하기 어려운 </a:t>
            </a:r>
            <a:br>
              <a:rPr lang="en-US" altLang="ko-KR" sz="1100" dirty="0"/>
            </a:br>
            <a:r>
              <a:rPr lang="ko-KR" altLang="en-US" sz="1100" dirty="0"/>
              <a:t>지역이 늘어나는 사회적 현상을 해결하는 솔루션</a:t>
            </a:r>
          </a:p>
        </p:txBody>
      </p:sp>
    </p:spTree>
    <p:extLst>
      <p:ext uri="{BB962C8B-B14F-4D97-AF65-F5344CB8AC3E}">
        <p14:creationId xmlns:p14="http://schemas.microsoft.com/office/powerpoint/2010/main" val="416470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1918412" y="868025"/>
            <a:ext cx="3889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FRONT </a:t>
            </a:r>
            <a:r>
              <a:rPr lang="en-US" altLang="ko-KR" b="1" dirty="0">
                <a:latin typeface="+mn-ea"/>
              </a:rPr>
              <a:t>Director: Eunjoo Kim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6EFF45-815D-4614-B9F3-F3E2566F417C}"/>
              </a:ext>
            </a:extLst>
          </p:cNvPr>
          <p:cNvSpPr/>
          <p:nvPr/>
        </p:nvSpPr>
        <p:spPr>
          <a:xfrm>
            <a:off x="4695712" y="3420500"/>
            <a:ext cx="23296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+mn-ea"/>
              </a:rPr>
              <a:t>교수 </a:t>
            </a:r>
            <a:r>
              <a:rPr lang="en-US" altLang="ko-KR" sz="1200" b="1" dirty="0">
                <a:latin typeface="+mn-ea"/>
              </a:rPr>
              <a:t>Eunjoo Kim</a:t>
            </a:r>
            <a:br>
              <a:rPr lang="en-US" altLang="ko-KR" sz="1050" dirty="0"/>
            </a:br>
            <a:r>
              <a:rPr lang="ko-KR" altLang="en-US" sz="1050" dirty="0"/>
              <a:t>한국디지털대학 사무총장 </a:t>
            </a:r>
            <a:br>
              <a:rPr lang="en-US" altLang="ko-KR" sz="1050" dirty="0"/>
            </a:br>
            <a:r>
              <a:rPr lang="en-US" altLang="ko-KR" sz="1050" dirty="0"/>
              <a:t>AI </a:t>
            </a:r>
            <a:r>
              <a:rPr lang="ko-KR" altLang="en-US" sz="1050" dirty="0"/>
              <a:t>휴먼 북스 </a:t>
            </a:r>
            <a:r>
              <a:rPr lang="en-US" altLang="ko-KR" sz="1050" dirty="0"/>
              <a:t>. </a:t>
            </a:r>
            <a:r>
              <a:rPr lang="ko-KR" altLang="en-US" sz="1050" dirty="0"/>
              <a:t>작가</a:t>
            </a:r>
            <a:br>
              <a:rPr lang="en-US" altLang="ko-KR" sz="1050" dirty="0"/>
            </a:br>
            <a:r>
              <a:rPr lang="en-US" altLang="ko-KR" sz="1050" dirty="0"/>
              <a:t>Email: amwing2000@gmail.com </a:t>
            </a:r>
          </a:p>
          <a:p>
            <a:r>
              <a:rPr lang="en-US" altLang="ko-KR" sz="1050" dirty="0"/>
              <a:t>Phone Number: (+82)010-9289-0746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94" r="16026"/>
          <a:stretch/>
        </p:blipFill>
        <p:spPr>
          <a:xfrm>
            <a:off x="2471447" y="2649662"/>
            <a:ext cx="2130268" cy="138799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F93FACF-CC33-49CA-A2EB-AAA8E1CEE2DD}"/>
              </a:ext>
            </a:extLst>
          </p:cNvPr>
          <p:cNvSpPr/>
          <p:nvPr/>
        </p:nvSpPr>
        <p:spPr>
          <a:xfrm>
            <a:off x="2377452" y="4617839"/>
            <a:ext cx="52712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인구 감소</a:t>
            </a:r>
            <a:r>
              <a:rPr lang="en-US" altLang="ko-KR" sz="1100" dirty="0"/>
              <a:t>, </a:t>
            </a:r>
            <a:r>
              <a:rPr lang="ko-KR" altLang="en-US" sz="1100" dirty="0"/>
              <a:t>고령화와 도시 외곽 및 농어촌 지역의 인구 유출로 인해 주변에서 신선식품을 구하기 어려운 지역이 늘어나는 사회적 현상을 해결하는 솔루션</a:t>
            </a:r>
          </a:p>
        </p:txBody>
      </p:sp>
    </p:spTree>
    <p:extLst>
      <p:ext uri="{BB962C8B-B14F-4D97-AF65-F5344CB8AC3E}">
        <p14:creationId xmlns:p14="http://schemas.microsoft.com/office/powerpoint/2010/main" val="986162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1918412" y="868025"/>
            <a:ext cx="379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Back 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  <a:r>
              <a:rPr lang="en-US" altLang="ko-KR" b="1" dirty="0">
                <a:latin typeface="+mn-ea"/>
              </a:rPr>
              <a:t>Director: Eunjoo Kim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6EFF45-815D-4614-B9F3-F3E2566F417C}"/>
              </a:ext>
            </a:extLst>
          </p:cNvPr>
          <p:cNvSpPr/>
          <p:nvPr/>
        </p:nvSpPr>
        <p:spPr>
          <a:xfrm>
            <a:off x="4248696" y="3649910"/>
            <a:ext cx="30460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+mn-ea"/>
              </a:rPr>
              <a:t>Director: </a:t>
            </a:r>
            <a:r>
              <a:rPr lang="en-US" altLang="ko-KR" sz="1200" b="1" dirty="0">
                <a:latin typeface="+mn-ea"/>
              </a:rPr>
              <a:t>Eunjoo Kim</a:t>
            </a:r>
            <a:br>
              <a:rPr lang="en-US" altLang="ko-KR" sz="1050" dirty="0"/>
            </a:br>
            <a:endParaRPr lang="en-US" altLang="ko-KR" sz="1050" dirty="0"/>
          </a:p>
          <a:p>
            <a:endParaRPr lang="en-US" altLang="ko-KR" sz="1050" dirty="0"/>
          </a:p>
          <a:p>
            <a:endParaRPr lang="en-US" altLang="ko-KR" sz="1050" dirty="0"/>
          </a:p>
          <a:p>
            <a:endParaRPr lang="en-US" altLang="ko-KR" sz="105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494985" y="2696043"/>
            <a:ext cx="2214337" cy="90436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C1575D-7E68-466E-8ED8-8466E22C8A50}"/>
              </a:ext>
            </a:extLst>
          </p:cNvPr>
          <p:cNvSpPr/>
          <p:nvPr/>
        </p:nvSpPr>
        <p:spPr>
          <a:xfrm>
            <a:off x="4258394" y="3977889"/>
            <a:ext cx="25058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Ai Tab_ Food Desert Solution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34919-9882-4E55-83D3-1390C04EECD3}"/>
              </a:ext>
            </a:extLst>
          </p:cNvPr>
          <p:cNvSpPr txBox="1"/>
          <p:nvPr/>
        </p:nvSpPr>
        <p:spPr>
          <a:xfrm>
            <a:off x="4279914" y="4362450"/>
            <a:ext cx="292419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/>
              <a:t>PlanX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Global</a:t>
            </a:r>
            <a:r>
              <a:rPr lang="ko-KR" altLang="en-US" sz="1050" b="1" dirty="0"/>
              <a:t> </a:t>
            </a:r>
            <a:r>
              <a:rPr lang="en-US" altLang="ko-KR" sz="1050" b="1" dirty="0" err="1"/>
              <a:t>Co.,LTD</a:t>
            </a:r>
            <a:br>
              <a:rPr lang="en-US" altLang="ko-KR" sz="1050" dirty="0"/>
            </a:br>
            <a:r>
              <a:rPr lang="en-US" altLang="ko-KR" sz="1050" dirty="0"/>
              <a:t>#181,68,</a:t>
            </a:r>
            <a:r>
              <a:rPr lang="ko-KR" altLang="en-US" sz="1050" dirty="0"/>
              <a:t> </a:t>
            </a:r>
            <a:r>
              <a:rPr lang="en-US" altLang="ko-KR" sz="1050" dirty="0" err="1"/>
              <a:t>Bongeunsa-ro</a:t>
            </a:r>
            <a:r>
              <a:rPr lang="ko-KR" altLang="en-US" sz="1050" dirty="0"/>
              <a:t> </a:t>
            </a:r>
            <a:r>
              <a:rPr lang="en-US" altLang="ko-KR" sz="1050" dirty="0"/>
              <a:t>30-gil,</a:t>
            </a:r>
            <a:r>
              <a:rPr lang="ko-KR" altLang="en-US" sz="1050" dirty="0"/>
              <a:t> </a:t>
            </a:r>
            <a:r>
              <a:rPr lang="en-US" altLang="ko-KR" sz="1050" dirty="0"/>
              <a:t>Gangnam-</a:t>
            </a:r>
            <a:r>
              <a:rPr lang="en-US" altLang="ko-KR" sz="1050" dirty="0" err="1"/>
              <a:t>gu</a:t>
            </a:r>
            <a:r>
              <a:rPr lang="en-US" altLang="ko-KR" sz="1050" dirty="0"/>
              <a:t>,</a:t>
            </a:r>
            <a:r>
              <a:rPr lang="ko-KR" altLang="en-US" sz="1050" dirty="0"/>
              <a:t> </a:t>
            </a:r>
            <a:r>
              <a:rPr lang="en-US" altLang="ko-KR" sz="1050" dirty="0"/>
              <a:t>Seoul</a:t>
            </a:r>
            <a:br>
              <a:rPr lang="en-US" altLang="ko-KR" sz="1050" dirty="0"/>
            </a:br>
            <a:endParaRPr lang="ko-KR" altLang="en-US" sz="105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15B6D0-9AFF-43C5-82E5-EEED4E66B5B1}"/>
              </a:ext>
            </a:extLst>
          </p:cNvPr>
          <p:cNvSpPr/>
          <p:nvPr/>
        </p:nvSpPr>
        <p:spPr>
          <a:xfrm>
            <a:off x="4279914" y="4670721"/>
            <a:ext cx="309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Email: amwing2000@gmail.com </a:t>
            </a:r>
          </a:p>
          <a:p>
            <a:r>
              <a:rPr lang="en-US" altLang="ko-KR" sz="1200" dirty="0"/>
              <a:t>Phone Number: (+82)010-9289-0746</a:t>
            </a:r>
          </a:p>
        </p:txBody>
      </p:sp>
    </p:spTree>
    <p:extLst>
      <p:ext uri="{BB962C8B-B14F-4D97-AF65-F5344CB8AC3E}">
        <p14:creationId xmlns:p14="http://schemas.microsoft.com/office/powerpoint/2010/main" val="99425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188</Words>
  <Application>Microsoft Office PowerPoint</Application>
  <PresentationFormat>화면 슬라이드 쇼(4:3)</PresentationFormat>
  <Paragraphs>35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푸른전남 Medium</vt:lpstr>
      <vt:lpstr>한컴 말랑말랑 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ChongChongSaigon</dc:creator>
  <cp:lastModifiedBy>ChongChongSaigon</cp:lastModifiedBy>
  <cp:revision>7</cp:revision>
  <dcterms:created xsi:type="dcterms:W3CDTF">2025-11-21T06:08:57Z</dcterms:created>
  <dcterms:modified xsi:type="dcterms:W3CDTF">2025-11-23T05:32:15Z</dcterms:modified>
</cp:coreProperties>
</file>