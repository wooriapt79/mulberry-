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60" r:id="rId2"/>
    <p:sldId id="259" r:id="rId3"/>
    <p:sldId id="261" r:id="rId4"/>
    <p:sldId id="257" r:id="rId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4" autoAdjust="0"/>
    <p:restoredTop sz="94660"/>
  </p:normalViewPr>
  <p:slideViewPr>
    <p:cSldViewPr snapToGrid="0">
      <p:cViewPr varScale="1">
        <p:scale>
          <a:sx n="89" d="100"/>
          <a:sy n="89" d="100"/>
        </p:scale>
        <p:origin x="1464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userId="d6c346e2b31004c6" providerId="LiveId" clId="{C91A3559-9F0D-4BE9-B22D-98C29200E981}"/>
    <pc:docChg chg="custSel addSld modSld">
      <pc:chgData name="" userId="d6c346e2b31004c6" providerId="LiveId" clId="{C91A3559-9F0D-4BE9-B22D-98C29200E981}" dt="2025-11-21T07:41:01.431" v="110" actId="478"/>
      <pc:docMkLst>
        <pc:docMk/>
      </pc:docMkLst>
      <pc:sldChg chg="addSp delSp modSp">
        <pc:chgData name="" userId="d6c346e2b31004c6" providerId="LiveId" clId="{C91A3559-9F0D-4BE9-B22D-98C29200E981}" dt="2025-11-21T07:41:01.431" v="110" actId="478"/>
        <pc:sldMkLst>
          <pc:docMk/>
          <pc:sldMk cId="228674350" sldId="257"/>
        </pc:sldMkLst>
        <pc:spChg chg="mod">
          <ac:chgData name="" userId="d6c346e2b31004c6" providerId="LiveId" clId="{C91A3559-9F0D-4BE9-B22D-98C29200E981}" dt="2025-11-21T07:36:24.479" v="91" actId="113"/>
          <ac:spMkLst>
            <pc:docMk/>
            <pc:sldMk cId="228674350" sldId="257"/>
            <ac:spMk id="2" creationId="{42EDBFD0-35AD-46B7-9B51-336D839BE984}"/>
          </ac:spMkLst>
        </pc:spChg>
        <pc:spChg chg="mod">
          <ac:chgData name="" userId="d6c346e2b31004c6" providerId="LiveId" clId="{C91A3559-9F0D-4BE9-B22D-98C29200E981}" dt="2025-11-21T07:36:15.647" v="89" actId="113"/>
          <ac:spMkLst>
            <pc:docMk/>
            <pc:sldMk cId="228674350" sldId="257"/>
            <ac:spMk id="3" creationId="{6461CFE4-0F20-4ED9-8B07-250BF0EF2E3F}"/>
          </ac:spMkLst>
        </pc:spChg>
        <pc:spChg chg="mod">
          <ac:chgData name="" userId="d6c346e2b31004c6" providerId="LiveId" clId="{C91A3559-9F0D-4BE9-B22D-98C29200E981}" dt="2025-11-21T07:23:06.844" v="3" actId="1076"/>
          <ac:spMkLst>
            <pc:docMk/>
            <pc:sldMk cId="228674350" sldId="257"/>
            <ac:spMk id="12" creationId="{964D63E0-D7EF-432C-A19F-C2B53D210843}"/>
          </ac:spMkLst>
        </pc:spChg>
        <pc:spChg chg="mod">
          <ac:chgData name="" userId="d6c346e2b31004c6" providerId="LiveId" clId="{C91A3559-9F0D-4BE9-B22D-98C29200E981}" dt="2025-11-21T07:23:06.844" v="3" actId="1076"/>
          <ac:spMkLst>
            <pc:docMk/>
            <pc:sldMk cId="228674350" sldId="257"/>
            <ac:spMk id="16" creationId="{D46A95D2-A273-48D2-8E90-2A37A7FC34FE}"/>
          </ac:spMkLst>
        </pc:spChg>
        <pc:spChg chg="mod">
          <ac:chgData name="" userId="d6c346e2b31004c6" providerId="LiveId" clId="{C91A3559-9F0D-4BE9-B22D-98C29200E981}" dt="2025-11-21T07:23:06.844" v="3" actId="1076"/>
          <ac:spMkLst>
            <pc:docMk/>
            <pc:sldMk cId="228674350" sldId="257"/>
            <ac:spMk id="20" creationId="{73AAB4AE-08BA-438D-8F93-B92C2324CF02}"/>
          </ac:spMkLst>
        </pc:spChg>
        <pc:spChg chg="mod">
          <ac:chgData name="" userId="d6c346e2b31004c6" providerId="LiveId" clId="{C91A3559-9F0D-4BE9-B22D-98C29200E981}" dt="2025-11-21T07:23:06.844" v="3" actId="1076"/>
          <ac:spMkLst>
            <pc:docMk/>
            <pc:sldMk cId="228674350" sldId="257"/>
            <ac:spMk id="21" creationId="{B532F259-5CE2-44E6-8704-7FA1C0C497BC}"/>
          </ac:spMkLst>
        </pc:spChg>
        <pc:spChg chg="add mod">
          <ac:chgData name="" userId="d6c346e2b31004c6" providerId="LiveId" clId="{C91A3559-9F0D-4BE9-B22D-98C29200E981}" dt="2025-11-21T07:40:51.136" v="108" actId="1076"/>
          <ac:spMkLst>
            <pc:docMk/>
            <pc:sldMk cId="228674350" sldId="257"/>
            <ac:spMk id="23" creationId="{7DE0D8AE-F70B-42A6-825E-A7E7CB05EDE9}"/>
          </ac:spMkLst>
        </pc:spChg>
        <pc:spChg chg="mod">
          <ac:chgData name="" userId="d6c346e2b31004c6" providerId="LiveId" clId="{C91A3559-9F0D-4BE9-B22D-98C29200E981}" dt="2025-11-21T07:23:06.844" v="3" actId="1076"/>
          <ac:spMkLst>
            <pc:docMk/>
            <pc:sldMk cId="228674350" sldId="257"/>
            <ac:spMk id="32" creationId="{869B957E-E66D-42FD-B337-0B1B661FBD9C}"/>
          </ac:spMkLst>
        </pc:spChg>
        <pc:spChg chg="mod">
          <ac:chgData name="" userId="d6c346e2b31004c6" providerId="LiveId" clId="{C91A3559-9F0D-4BE9-B22D-98C29200E981}" dt="2025-11-21T07:23:06.844" v="3" actId="1076"/>
          <ac:spMkLst>
            <pc:docMk/>
            <pc:sldMk cId="228674350" sldId="257"/>
            <ac:spMk id="34" creationId="{799F54F6-411B-4168-AAA9-7C817959DBF9}"/>
          </ac:spMkLst>
        </pc:spChg>
        <pc:spChg chg="mod">
          <ac:chgData name="" userId="d6c346e2b31004c6" providerId="LiveId" clId="{C91A3559-9F0D-4BE9-B22D-98C29200E981}" dt="2025-11-21T07:23:06.844" v="3" actId="1076"/>
          <ac:spMkLst>
            <pc:docMk/>
            <pc:sldMk cId="228674350" sldId="257"/>
            <ac:spMk id="35" creationId="{8996BF7B-17B3-4333-89A5-33BEBF1BE3A9}"/>
          </ac:spMkLst>
        </pc:spChg>
        <pc:spChg chg="mod">
          <ac:chgData name="" userId="d6c346e2b31004c6" providerId="LiveId" clId="{C91A3559-9F0D-4BE9-B22D-98C29200E981}" dt="2025-11-21T07:23:06.844" v="3" actId="1076"/>
          <ac:spMkLst>
            <pc:docMk/>
            <pc:sldMk cId="228674350" sldId="257"/>
            <ac:spMk id="36" creationId="{F5439826-7582-4179-8B65-F4C25E1B9C03}"/>
          </ac:spMkLst>
        </pc:spChg>
        <pc:spChg chg="del mod">
          <ac:chgData name="" userId="d6c346e2b31004c6" providerId="LiveId" clId="{C91A3559-9F0D-4BE9-B22D-98C29200E981}" dt="2025-11-21T07:41:01.431" v="110" actId="478"/>
          <ac:spMkLst>
            <pc:docMk/>
            <pc:sldMk cId="228674350" sldId="257"/>
            <ac:spMk id="39" creationId="{85C99818-A420-4CEF-84FC-B9F02C9AEA62}"/>
          </ac:spMkLst>
        </pc:spChg>
        <pc:spChg chg="del mod">
          <ac:chgData name="" userId="d6c346e2b31004c6" providerId="LiveId" clId="{C91A3559-9F0D-4BE9-B22D-98C29200E981}" dt="2025-11-21T07:40:59.455" v="109" actId="478"/>
          <ac:spMkLst>
            <pc:docMk/>
            <pc:sldMk cId="228674350" sldId="257"/>
            <ac:spMk id="40" creationId="{78B4595F-D222-469D-971B-2B0F8C01AED6}"/>
          </ac:spMkLst>
        </pc:spChg>
        <pc:spChg chg="mod">
          <ac:chgData name="" userId="d6c346e2b31004c6" providerId="LiveId" clId="{C91A3559-9F0D-4BE9-B22D-98C29200E981}" dt="2025-11-21T07:36:27.960" v="92" actId="113"/>
          <ac:spMkLst>
            <pc:docMk/>
            <pc:sldMk cId="228674350" sldId="257"/>
            <ac:spMk id="41" creationId="{B3580B23-08DF-4B14-A19F-91F614EF6359}"/>
          </ac:spMkLst>
        </pc:spChg>
        <pc:spChg chg="mod">
          <ac:chgData name="" userId="d6c346e2b31004c6" providerId="LiveId" clId="{C91A3559-9F0D-4BE9-B22D-98C29200E981}" dt="2025-11-21T07:36:21.055" v="90" actId="113"/>
          <ac:spMkLst>
            <pc:docMk/>
            <pc:sldMk cId="228674350" sldId="257"/>
            <ac:spMk id="42" creationId="{357CD797-A02C-47FC-8061-13EFA09060EE}"/>
          </ac:spMkLst>
        </pc:spChg>
        <pc:picChg chg="mod">
          <ac:chgData name="" userId="d6c346e2b31004c6" providerId="LiveId" clId="{C91A3559-9F0D-4BE9-B22D-98C29200E981}" dt="2025-11-21T07:23:06.844" v="3" actId="1076"/>
          <ac:picMkLst>
            <pc:docMk/>
            <pc:sldMk cId="228674350" sldId="257"/>
            <ac:picMk id="28" creationId="{C9E50373-242C-4883-9A21-B0D1C1207741}"/>
          </ac:picMkLst>
        </pc:picChg>
        <pc:picChg chg="mod">
          <ac:chgData name="" userId="d6c346e2b31004c6" providerId="LiveId" clId="{C91A3559-9F0D-4BE9-B22D-98C29200E981}" dt="2025-11-21T07:23:06.844" v="3" actId="1076"/>
          <ac:picMkLst>
            <pc:docMk/>
            <pc:sldMk cId="228674350" sldId="257"/>
            <ac:picMk id="29" creationId="{4BE02F10-00D1-48EF-AF09-8668CEA17CCD}"/>
          </ac:picMkLst>
        </pc:picChg>
      </pc:sldChg>
      <pc:sldChg chg="modSp">
        <pc:chgData name="" userId="d6c346e2b31004c6" providerId="LiveId" clId="{C91A3559-9F0D-4BE9-B22D-98C29200E981}" dt="2025-11-21T07:39:33.934" v="102" actId="113"/>
        <pc:sldMkLst>
          <pc:docMk/>
          <pc:sldMk cId="986162187" sldId="259"/>
        </pc:sldMkLst>
        <pc:spChg chg="mod">
          <ac:chgData name="" userId="d6c346e2b31004c6" providerId="LiveId" clId="{C91A3559-9F0D-4BE9-B22D-98C29200E981}" dt="2025-11-21T07:31:44.782" v="49" actId="6549"/>
          <ac:spMkLst>
            <pc:docMk/>
            <pc:sldMk cId="986162187" sldId="259"/>
            <ac:spMk id="25" creationId="{966EFF45-815D-4614-B9F3-F3E2566F417C}"/>
          </ac:spMkLst>
        </pc:spChg>
        <pc:spChg chg="mod">
          <ac:chgData name="" userId="d6c346e2b31004c6" providerId="LiveId" clId="{C91A3559-9F0D-4BE9-B22D-98C29200E981}" dt="2025-11-21T07:39:33.934" v="102" actId="113"/>
          <ac:spMkLst>
            <pc:docMk/>
            <pc:sldMk cId="986162187" sldId="259"/>
            <ac:spMk id="38" creationId="{818CC068-16DF-4AB5-9850-14B30E177149}"/>
          </ac:spMkLst>
        </pc:spChg>
      </pc:sldChg>
      <pc:sldChg chg="modSp">
        <pc:chgData name="" userId="d6c346e2b31004c6" providerId="LiveId" clId="{C91A3559-9F0D-4BE9-B22D-98C29200E981}" dt="2025-11-21T07:39:38.998" v="103" actId="113"/>
        <pc:sldMkLst>
          <pc:docMk/>
          <pc:sldMk cId="2134257063" sldId="260"/>
        </pc:sldMkLst>
        <pc:spChg chg="mod">
          <ac:chgData name="" userId="d6c346e2b31004c6" providerId="LiveId" clId="{C91A3559-9F0D-4BE9-B22D-98C29200E981}" dt="2025-11-21T07:29:28.420" v="21" actId="1076"/>
          <ac:spMkLst>
            <pc:docMk/>
            <pc:sldMk cId="2134257063" sldId="260"/>
            <ac:spMk id="26" creationId="{796ED6BB-7206-4CBA-98BB-12E9E5CF9335}"/>
          </ac:spMkLst>
        </pc:spChg>
        <pc:spChg chg="mod">
          <ac:chgData name="" userId="d6c346e2b31004c6" providerId="LiveId" clId="{C91A3559-9F0D-4BE9-B22D-98C29200E981}" dt="2025-11-21T07:38:35.598" v="95" actId="1076"/>
          <ac:spMkLst>
            <pc:docMk/>
            <pc:sldMk cId="2134257063" sldId="260"/>
            <ac:spMk id="27" creationId="{803090C3-8055-4FCB-A788-8F8B73E52F2B}"/>
          </ac:spMkLst>
        </pc:spChg>
        <pc:spChg chg="mod">
          <ac:chgData name="" userId="d6c346e2b31004c6" providerId="LiveId" clId="{C91A3559-9F0D-4BE9-B22D-98C29200E981}" dt="2025-11-21T07:39:38.998" v="103" actId="113"/>
          <ac:spMkLst>
            <pc:docMk/>
            <pc:sldMk cId="2134257063" sldId="260"/>
            <ac:spMk id="38" creationId="{818CC068-16DF-4AB5-9850-14B30E177149}"/>
          </ac:spMkLst>
        </pc:spChg>
        <pc:spChg chg="mod">
          <ac:chgData name="" userId="d6c346e2b31004c6" providerId="LiveId" clId="{C91A3559-9F0D-4BE9-B22D-98C29200E981}" dt="2025-11-21T07:38:35.598" v="95" actId="1076"/>
          <ac:spMkLst>
            <pc:docMk/>
            <pc:sldMk cId="2134257063" sldId="260"/>
            <ac:spMk id="41" creationId="{23D1D4B3-A31E-471C-B17E-0101CFCCA982}"/>
          </ac:spMkLst>
        </pc:spChg>
        <pc:picChg chg="mod">
          <ac:chgData name="" userId="d6c346e2b31004c6" providerId="LiveId" clId="{C91A3559-9F0D-4BE9-B22D-98C29200E981}" dt="2025-11-21T07:38:35.598" v="95" actId="1076"/>
          <ac:picMkLst>
            <pc:docMk/>
            <pc:sldMk cId="2134257063" sldId="260"/>
            <ac:picMk id="3" creationId="{21200587-1FE2-4D88-9071-E3079B3A7D1A}"/>
          </ac:picMkLst>
        </pc:picChg>
        <pc:picChg chg="mod">
          <ac:chgData name="" userId="d6c346e2b31004c6" providerId="LiveId" clId="{C91A3559-9F0D-4BE9-B22D-98C29200E981}" dt="2025-11-21T07:37:32.521" v="93" actId="1076"/>
          <ac:picMkLst>
            <pc:docMk/>
            <pc:sldMk cId="2134257063" sldId="260"/>
            <ac:picMk id="28" creationId="{545A173E-2FB2-4EEE-89AB-018D04BAC38C}"/>
          </ac:picMkLst>
        </pc:picChg>
        <pc:cxnChg chg="mod">
          <ac:chgData name="" userId="d6c346e2b31004c6" providerId="LiveId" clId="{C91A3559-9F0D-4BE9-B22D-98C29200E981}" dt="2025-11-21T07:24:16.284" v="8" actId="1076"/>
          <ac:cxnSpMkLst>
            <pc:docMk/>
            <pc:sldMk cId="2134257063" sldId="260"/>
            <ac:cxnSpMk id="14" creationId="{C85DA990-FA37-4063-A0FC-F8CC3C014849}"/>
          </ac:cxnSpMkLst>
        </pc:cxnChg>
        <pc:cxnChg chg="mod">
          <ac:chgData name="" userId="d6c346e2b31004c6" providerId="LiveId" clId="{C91A3559-9F0D-4BE9-B22D-98C29200E981}" dt="2025-11-21T07:26:45.356" v="9" actId="1076"/>
          <ac:cxnSpMkLst>
            <pc:docMk/>
            <pc:sldMk cId="2134257063" sldId="260"/>
            <ac:cxnSpMk id="32" creationId="{DF27D0F7-F19F-45F1-A0B4-F4A876164E93}"/>
          </ac:cxnSpMkLst>
        </pc:cxnChg>
      </pc:sldChg>
      <pc:sldChg chg="addSp delSp modSp add">
        <pc:chgData name="" userId="d6c346e2b31004c6" providerId="LiveId" clId="{C91A3559-9F0D-4BE9-B22D-98C29200E981}" dt="2025-11-21T07:35:35.509" v="86" actId="2711"/>
        <pc:sldMkLst>
          <pc:docMk/>
          <pc:sldMk cId="4164702812" sldId="261"/>
        </pc:sldMkLst>
        <pc:spChg chg="add mod">
          <ac:chgData name="" userId="d6c346e2b31004c6" providerId="LiveId" clId="{C91A3559-9F0D-4BE9-B22D-98C29200E981}" dt="2025-11-21T07:33:34.802" v="53" actId="1076"/>
          <ac:spMkLst>
            <pc:docMk/>
            <pc:sldMk cId="4164702812" sldId="261"/>
            <ac:spMk id="23" creationId="{A2CCD931-A624-496A-A7E7-35E96ACED122}"/>
          </ac:spMkLst>
        </pc:spChg>
        <pc:spChg chg="add mod">
          <ac:chgData name="" userId="d6c346e2b31004c6" providerId="LiveId" clId="{C91A3559-9F0D-4BE9-B22D-98C29200E981}" dt="2025-11-21T07:33:34.802" v="53" actId="1076"/>
          <ac:spMkLst>
            <pc:docMk/>
            <pc:sldMk cId="4164702812" sldId="261"/>
            <ac:spMk id="24" creationId="{434F85D1-64A0-47DD-AA8A-C4EFCC700187}"/>
          </ac:spMkLst>
        </pc:spChg>
        <pc:spChg chg="del">
          <ac:chgData name="" userId="d6c346e2b31004c6" providerId="LiveId" clId="{C91A3559-9F0D-4BE9-B22D-98C29200E981}" dt="2025-11-21T07:33:14.801" v="51" actId="478"/>
          <ac:spMkLst>
            <pc:docMk/>
            <pc:sldMk cId="4164702812" sldId="261"/>
            <ac:spMk id="25" creationId="{966EFF45-815D-4614-B9F3-F3E2566F417C}"/>
          </ac:spMkLst>
        </pc:spChg>
        <pc:spChg chg="add mod">
          <ac:chgData name="" userId="d6c346e2b31004c6" providerId="LiveId" clId="{C91A3559-9F0D-4BE9-B22D-98C29200E981}" dt="2025-11-21T07:33:34.802" v="53" actId="1076"/>
          <ac:spMkLst>
            <pc:docMk/>
            <pc:sldMk cId="4164702812" sldId="261"/>
            <ac:spMk id="26" creationId="{B2420BD9-546E-4F7E-820A-60E1A2F55546}"/>
          </ac:spMkLst>
        </pc:spChg>
        <pc:spChg chg="add mod">
          <ac:chgData name="" userId="d6c346e2b31004c6" providerId="LiveId" clId="{C91A3559-9F0D-4BE9-B22D-98C29200E981}" dt="2025-11-21T07:33:34.802" v="53" actId="1076"/>
          <ac:spMkLst>
            <pc:docMk/>
            <pc:sldMk cId="4164702812" sldId="261"/>
            <ac:spMk id="27" creationId="{D70029E4-0ED2-4935-ABF9-90AC49185E17}"/>
          </ac:spMkLst>
        </pc:spChg>
        <pc:spChg chg="mod">
          <ac:chgData name="" userId="d6c346e2b31004c6" providerId="LiveId" clId="{C91A3559-9F0D-4BE9-B22D-98C29200E981}" dt="2025-11-21T07:35:35.509" v="86" actId="2711"/>
          <ac:spMkLst>
            <pc:docMk/>
            <pc:sldMk cId="4164702812" sldId="261"/>
            <ac:spMk id="38" creationId="{818CC068-16DF-4AB5-9850-14B30E177149}"/>
          </ac:spMkLst>
        </pc:spChg>
        <pc:picChg chg="add del">
          <ac:chgData name="" userId="d6c346e2b31004c6" providerId="LiveId" clId="{C91A3559-9F0D-4BE9-B22D-98C29200E981}" dt="2025-11-21T07:33:43.507" v="55" actId="478"/>
          <ac:picMkLst>
            <pc:docMk/>
            <pc:sldMk cId="4164702812" sldId="261"/>
            <ac:picMk id="28" creationId="{DB54B581-6118-4159-AEDF-8B46B8D47752}"/>
          </ac:picMkLst>
        </pc:picChg>
        <pc:picChg chg="mod">
          <ac:chgData name="" userId="d6c346e2b31004c6" providerId="LiveId" clId="{C91A3559-9F0D-4BE9-B22D-98C29200E981}" dt="2025-11-21T07:33:39.266" v="54" actId="1076"/>
          <ac:picMkLst>
            <pc:docMk/>
            <pc:sldMk cId="4164702812" sldId="261"/>
            <ac:picMk id="29" creationId="{91BFE737-5BB5-4407-8704-871699D67509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A35EF4-10A5-4021-90D8-384D9FCB2BE0}" type="datetimeFigureOut">
              <a:rPr lang="ko-KR" altLang="en-US" smtClean="0"/>
              <a:t>2025-11-21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A9B1AA-8EF9-47E4-8EC1-D039F7CEABB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625684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A35EF4-10A5-4021-90D8-384D9FCB2BE0}" type="datetimeFigureOut">
              <a:rPr lang="ko-KR" altLang="en-US" smtClean="0"/>
              <a:t>2025-11-21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A9B1AA-8EF9-47E4-8EC1-D039F7CEABB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961346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A35EF4-10A5-4021-90D8-384D9FCB2BE0}" type="datetimeFigureOut">
              <a:rPr lang="ko-KR" altLang="en-US" smtClean="0"/>
              <a:t>2025-11-21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A9B1AA-8EF9-47E4-8EC1-D039F7CEABB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002225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A35EF4-10A5-4021-90D8-384D9FCB2BE0}" type="datetimeFigureOut">
              <a:rPr lang="ko-KR" altLang="en-US" smtClean="0"/>
              <a:t>2025-11-21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A9B1AA-8EF9-47E4-8EC1-D039F7CEABB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515746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A35EF4-10A5-4021-90D8-384D9FCB2BE0}" type="datetimeFigureOut">
              <a:rPr lang="ko-KR" altLang="en-US" smtClean="0"/>
              <a:t>2025-11-21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A9B1AA-8EF9-47E4-8EC1-D039F7CEABB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889814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A35EF4-10A5-4021-90D8-384D9FCB2BE0}" type="datetimeFigureOut">
              <a:rPr lang="ko-KR" altLang="en-US" smtClean="0"/>
              <a:t>2025-11-21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A9B1AA-8EF9-47E4-8EC1-D039F7CEABB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682441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A35EF4-10A5-4021-90D8-384D9FCB2BE0}" type="datetimeFigureOut">
              <a:rPr lang="ko-KR" altLang="en-US" smtClean="0"/>
              <a:t>2025-11-21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A9B1AA-8EF9-47E4-8EC1-D039F7CEABB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73166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A35EF4-10A5-4021-90D8-384D9FCB2BE0}" type="datetimeFigureOut">
              <a:rPr lang="ko-KR" altLang="en-US" smtClean="0"/>
              <a:t>2025-11-21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A9B1AA-8EF9-47E4-8EC1-D039F7CEABB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579066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A35EF4-10A5-4021-90D8-384D9FCB2BE0}" type="datetimeFigureOut">
              <a:rPr lang="ko-KR" altLang="en-US" smtClean="0"/>
              <a:t>2025-11-21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A9B1AA-8EF9-47E4-8EC1-D039F7CEABB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590087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A35EF4-10A5-4021-90D8-384D9FCB2BE0}" type="datetimeFigureOut">
              <a:rPr lang="ko-KR" altLang="en-US" smtClean="0"/>
              <a:t>2025-11-21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A9B1AA-8EF9-47E4-8EC1-D039F7CEABB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125763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A35EF4-10A5-4021-90D8-384D9FCB2BE0}" type="datetimeFigureOut">
              <a:rPr lang="ko-KR" altLang="en-US" smtClean="0"/>
              <a:t>2025-11-21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A9B1AA-8EF9-47E4-8EC1-D039F7CEABB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48088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A35EF4-10A5-4021-90D8-384D9FCB2BE0}" type="datetimeFigureOut">
              <a:rPr lang="ko-KR" altLang="en-US" smtClean="0"/>
              <a:t>2025-11-21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A9B1AA-8EF9-47E4-8EC1-D039F7CEABB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476882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0" name="직선 연결선 29">
            <a:extLst>
              <a:ext uri="{FF2B5EF4-FFF2-40B4-BE49-F238E27FC236}">
                <a16:creationId xmlns:a16="http://schemas.microsoft.com/office/drawing/2014/main" id="{44EAC522-5B36-4EDF-8F5D-FB7D4549EEEE}"/>
              </a:ext>
            </a:extLst>
          </p:cNvPr>
          <p:cNvCxnSpPr>
            <a:cxnSpLocks/>
            <a:stCxn id="4" idx="0"/>
            <a:endCxn id="4" idx="2"/>
          </p:cNvCxnSpPr>
          <p:nvPr/>
        </p:nvCxnSpPr>
        <p:spPr>
          <a:xfrm>
            <a:off x="4695714" y="2377158"/>
            <a:ext cx="0" cy="2836852"/>
          </a:xfrm>
          <a:prstGeom prst="line">
            <a:avLst/>
          </a:prstGeom>
          <a:ln>
            <a:solidFill>
              <a:schemeClr val="bg2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직사각형 3">
            <a:extLst>
              <a:ext uri="{FF2B5EF4-FFF2-40B4-BE49-F238E27FC236}">
                <a16:creationId xmlns:a16="http://schemas.microsoft.com/office/drawing/2014/main" id="{E5767800-EF56-4F3B-9492-96646B220899}"/>
              </a:ext>
            </a:extLst>
          </p:cNvPr>
          <p:cNvSpPr/>
          <p:nvPr/>
        </p:nvSpPr>
        <p:spPr>
          <a:xfrm>
            <a:off x="2054711" y="2377158"/>
            <a:ext cx="5282005" cy="2836852"/>
          </a:xfrm>
          <a:prstGeom prst="rect">
            <a:avLst/>
          </a:prstGeom>
          <a:noFill/>
          <a:ln w="3175">
            <a:solidFill>
              <a:schemeClr val="bg2">
                <a:lumMod val="9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411B5D11-E11A-4335-97ED-015C008198E1}"/>
              </a:ext>
            </a:extLst>
          </p:cNvPr>
          <p:cNvCxnSpPr/>
          <p:nvPr/>
        </p:nvCxnSpPr>
        <p:spPr>
          <a:xfrm>
            <a:off x="7336715" y="2108216"/>
            <a:ext cx="0" cy="26894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EBEB507B-F3BC-4C19-A063-0B2FF1B210DD}"/>
              </a:ext>
            </a:extLst>
          </p:cNvPr>
          <p:cNvCxnSpPr/>
          <p:nvPr/>
        </p:nvCxnSpPr>
        <p:spPr>
          <a:xfrm>
            <a:off x="7336715" y="2377158"/>
            <a:ext cx="26894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2C6DA907-B93F-42F7-BE9E-A6113EDE1B11}"/>
              </a:ext>
            </a:extLst>
          </p:cNvPr>
          <p:cNvCxnSpPr/>
          <p:nvPr/>
        </p:nvCxnSpPr>
        <p:spPr>
          <a:xfrm>
            <a:off x="2054709" y="2108216"/>
            <a:ext cx="0" cy="26894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C85DA990-FA37-4063-A0FC-F8CC3C014849}"/>
              </a:ext>
            </a:extLst>
          </p:cNvPr>
          <p:cNvCxnSpPr/>
          <p:nvPr/>
        </p:nvCxnSpPr>
        <p:spPr>
          <a:xfrm flipH="1">
            <a:off x="1699708" y="2387130"/>
            <a:ext cx="35500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22E8B8F4-A6F7-4F93-9DFA-0D2022A7C1AC}"/>
              </a:ext>
            </a:extLst>
          </p:cNvPr>
          <p:cNvCxnSpPr>
            <a:cxnSpLocks/>
          </p:cNvCxnSpPr>
          <p:nvPr/>
        </p:nvCxnSpPr>
        <p:spPr>
          <a:xfrm>
            <a:off x="2054709" y="5206701"/>
            <a:ext cx="0" cy="25818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직선 연결선 17">
            <a:extLst>
              <a:ext uri="{FF2B5EF4-FFF2-40B4-BE49-F238E27FC236}">
                <a16:creationId xmlns:a16="http://schemas.microsoft.com/office/drawing/2014/main" id="{520613AB-231E-49DA-9542-AC39B4744140}"/>
              </a:ext>
            </a:extLst>
          </p:cNvPr>
          <p:cNvCxnSpPr/>
          <p:nvPr/>
        </p:nvCxnSpPr>
        <p:spPr>
          <a:xfrm flipH="1">
            <a:off x="1699708" y="5206701"/>
            <a:ext cx="35500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직선 연결선 19">
            <a:extLst>
              <a:ext uri="{FF2B5EF4-FFF2-40B4-BE49-F238E27FC236}">
                <a16:creationId xmlns:a16="http://schemas.microsoft.com/office/drawing/2014/main" id="{DC47F179-C61F-42BE-8C25-B5B93168BF00}"/>
              </a:ext>
            </a:extLst>
          </p:cNvPr>
          <p:cNvCxnSpPr/>
          <p:nvPr/>
        </p:nvCxnSpPr>
        <p:spPr>
          <a:xfrm>
            <a:off x="7336715" y="5206701"/>
            <a:ext cx="26894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직선 연결선 21">
            <a:extLst>
              <a:ext uri="{FF2B5EF4-FFF2-40B4-BE49-F238E27FC236}">
                <a16:creationId xmlns:a16="http://schemas.microsoft.com/office/drawing/2014/main" id="{43CBB8CA-7242-4259-86F5-C4291B9C3D04}"/>
              </a:ext>
            </a:extLst>
          </p:cNvPr>
          <p:cNvCxnSpPr/>
          <p:nvPr/>
        </p:nvCxnSpPr>
        <p:spPr>
          <a:xfrm>
            <a:off x="7336715" y="5206701"/>
            <a:ext cx="0" cy="25818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796ED6BB-7206-4CBA-98BB-12E9E5CF9335}"/>
              </a:ext>
            </a:extLst>
          </p:cNvPr>
          <p:cNvSpPr/>
          <p:nvPr/>
        </p:nvSpPr>
        <p:spPr>
          <a:xfrm>
            <a:off x="4589044" y="3928331"/>
            <a:ext cx="2542684" cy="88485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1050" b="1" dirty="0"/>
              <a:t>사랑과 나눔 센터 회장 현 봉자 </a:t>
            </a:r>
            <a:br>
              <a:rPr lang="en-US" altLang="ko-KR" sz="1050" b="1" dirty="0"/>
            </a:br>
            <a:br>
              <a:rPr lang="en-US" altLang="ko-KR" sz="1050" b="1" dirty="0"/>
            </a:br>
            <a:r>
              <a:rPr lang="ko-KR" altLang="en-US" sz="1050" dirty="0"/>
              <a:t>충남 부여군 임천면 성흥로 </a:t>
            </a:r>
            <a:r>
              <a:rPr lang="en-US" altLang="ko-KR" sz="1050" dirty="0"/>
              <a:t>119</a:t>
            </a:r>
            <a:r>
              <a:rPr lang="ko-KR" altLang="en-US" sz="1050" dirty="0"/>
              <a:t>번길 </a:t>
            </a:r>
            <a:r>
              <a:rPr lang="en-US" altLang="ko-KR" sz="1050" dirty="0"/>
              <a:t>60-3</a:t>
            </a:r>
            <a:br>
              <a:rPr lang="en-US" altLang="ko-KR" sz="1050" dirty="0"/>
            </a:br>
            <a:r>
              <a:rPr lang="en-US" altLang="ko-KR" sz="1000" dirty="0"/>
              <a:t>www.youtube.com/@</a:t>
            </a:r>
            <a:r>
              <a:rPr lang="ko-KR" altLang="en-US" sz="1000" dirty="0"/>
              <a:t>부여봉자언니</a:t>
            </a:r>
            <a:r>
              <a:rPr lang="en-US" altLang="ko-KR" sz="1000" dirty="0"/>
              <a:t>_tv</a:t>
            </a:r>
            <a:br>
              <a:rPr lang="en-US" altLang="ko-KR" sz="1000" dirty="0"/>
            </a:br>
            <a:r>
              <a:rPr lang="en-US" altLang="ko-KR" sz="1000" dirty="0"/>
              <a:t>Phone Number: (+82)010-5448-5616</a:t>
            </a:r>
            <a:endParaRPr lang="ko-KR" altLang="en-US" sz="1050" dirty="0"/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803090C3-8055-4FCB-A788-8F8B73E52F2B}"/>
              </a:ext>
            </a:extLst>
          </p:cNvPr>
          <p:cNvSpPr/>
          <p:nvPr/>
        </p:nvSpPr>
        <p:spPr>
          <a:xfrm>
            <a:off x="2354535" y="3216792"/>
            <a:ext cx="1332416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1200" b="1" dirty="0"/>
              <a:t>사랑과 나눔 센터</a:t>
            </a:r>
          </a:p>
        </p:txBody>
      </p:sp>
      <p:pic>
        <p:nvPicPr>
          <p:cNvPr id="28" name="그림 27">
            <a:extLst>
              <a:ext uri="{FF2B5EF4-FFF2-40B4-BE49-F238E27FC236}">
                <a16:creationId xmlns:a16="http://schemas.microsoft.com/office/drawing/2014/main" id="{545A173E-2FB2-4EEE-89AB-018D04BAC38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2853" r="16027"/>
          <a:stretch/>
        </p:blipFill>
        <p:spPr>
          <a:xfrm>
            <a:off x="4503256" y="3023964"/>
            <a:ext cx="2214337" cy="904366"/>
          </a:xfrm>
          <a:prstGeom prst="rect">
            <a:avLst/>
          </a:prstGeom>
        </p:spPr>
      </p:pic>
      <p:cxnSp>
        <p:nvCxnSpPr>
          <p:cNvPr id="32" name="직선 연결선 31">
            <a:extLst>
              <a:ext uri="{FF2B5EF4-FFF2-40B4-BE49-F238E27FC236}">
                <a16:creationId xmlns:a16="http://schemas.microsoft.com/office/drawing/2014/main" id="{DF27D0F7-F19F-45F1-A0B4-F4A876164E93}"/>
              </a:ext>
            </a:extLst>
          </p:cNvPr>
          <p:cNvCxnSpPr>
            <a:cxnSpLocks/>
          </p:cNvCxnSpPr>
          <p:nvPr/>
        </p:nvCxnSpPr>
        <p:spPr>
          <a:xfrm>
            <a:off x="1849723" y="3585956"/>
            <a:ext cx="5282005" cy="0"/>
          </a:xfrm>
          <a:prstGeom prst="line">
            <a:avLst/>
          </a:prstGeom>
          <a:ln>
            <a:solidFill>
              <a:schemeClr val="bg2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818CC068-16DF-4AB5-9850-14B30E177149}"/>
              </a:ext>
            </a:extLst>
          </p:cNvPr>
          <p:cNvSpPr txBox="1"/>
          <p:nvPr/>
        </p:nvSpPr>
        <p:spPr>
          <a:xfrm>
            <a:off x="2044824" y="860187"/>
            <a:ext cx="30268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/>
              <a:t>Layout </a:t>
            </a:r>
            <a:r>
              <a:rPr lang="en-US" altLang="ko-KR" b="1" dirty="0">
                <a:latin typeface="+mn-ea"/>
              </a:rPr>
              <a:t>FRONT </a:t>
            </a:r>
            <a:r>
              <a:rPr lang="ko-KR" altLang="en-US" b="1" dirty="0"/>
              <a:t>회장 현 봉자 </a:t>
            </a:r>
            <a:endParaRPr lang="ko-KR" altLang="en-US" b="1" dirty="0">
              <a:latin typeface="+mn-ea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BE1ABE57-A13D-48CD-BE77-53428CB336D6}"/>
              </a:ext>
            </a:extLst>
          </p:cNvPr>
          <p:cNvSpPr txBox="1"/>
          <p:nvPr/>
        </p:nvSpPr>
        <p:spPr>
          <a:xfrm>
            <a:off x="4289094" y="1665729"/>
            <a:ext cx="8132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Center</a:t>
            </a:r>
            <a:endParaRPr lang="ko-KR" altLang="en-US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352FA015-9E31-49BE-BA83-948957FD9444}"/>
              </a:ext>
            </a:extLst>
          </p:cNvPr>
          <p:cNvSpPr txBox="1"/>
          <p:nvPr/>
        </p:nvSpPr>
        <p:spPr>
          <a:xfrm>
            <a:off x="7874596" y="3558999"/>
            <a:ext cx="8132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Center</a:t>
            </a:r>
            <a:endParaRPr lang="ko-KR" altLang="en-US" dirty="0"/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23D1D4B3-A31E-471C-B17E-0101CFCCA982}"/>
              </a:ext>
            </a:extLst>
          </p:cNvPr>
          <p:cNvSpPr/>
          <p:nvPr/>
        </p:nvSpPr>
        <p:spPr>
          <a:xfrm>
            <a:off x="2348123" y="3710155"/>
            <a:ext cx="1338828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100" dirty="0"/>
              <a:t>@</a:t>
            </a:r>
            <a:r>
              <a:rPr lang="ko-KR" altLang="en-US" sz="1100" dirty="0"/>
              <a:t>부여봉자언니</a:t>
            </a:r>
            <a:r>
              <a:rPr lang="en-US" altLang="ko-KR" sz="1100" dirty="0"/>
              <a:t>_tv</a:t>
            </a:r>
            <a:endParaRPr lang="ko-KR" altLang="en-US" sz="11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165E602-A46F-4B63-AC19-E33D94511283}"/>
              </a:ext>
            </a:extLst>
          </p:cNvPr>
          <p:cNvSpPr txBox="1"/>
          <p:nvPr/>
        </p:nvSpPr>
        <p:spPr>
          <a:xfrm>
            <a:off x="4465412" y="1958116"/>
            <a:ext cx="428322" cy="26161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ko-KR" sz="1100" dirty="0"/>
              <a:t>9cm</a:t>
            </a:r>
            <a:endParaRPr lang="ko-KR" altLang="en-US" sz="11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2619127-958F-44E0-BD0A-00F20B3C6652}"/>
              </a:ext>
            </a:extLst>
          </p:cNvPr>
          <p:cNvSpPr txBox="1"/>
          <p:nvPr/>
        </p:nvSpPr>
        <p:spPr>
          <a:xfrm>
            <a:off x="7422504" y="3605166"/>
            <a:ext cx="45236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5cm</a:t>
            </a:r>
            <a:endParaRPr lang="ko-KR" altLang="en-US" sz="1200" dirty="0"/>
          </a:p>
        </p:txBody>
      </p:sp>
      <p:cxnSp>
        <p:nvCxnSpPr>
          <p:cNvPr id="15" name="직선 화살표 연결선 14">
            <a:extLst>
              <a:ext uri="{FF2B5EF4-FFF2-40B4-BE49-F238E27FC236}">
                <a16:creationId xmlns:a16="http://schemas.microsoft.com/office/drawing/2014/main" id="{728EB9B1-27FB-40E5-96DF-C823DECEF79F}"/>
              </a:ext>
            </a:extLst>
          </p:cNvPr>
          <p:cNvCxnSpPr/>
          <p:nvPr/>
        </p:nvCxnSpPr>
        <p:spPr>
          <a:xfrm>
            <a:off x="2054709" y="2242687"/>
            <a:ext cx="5282006" cy="0"/>
          </a:xfrm>
          <a:prstGeom prst="straightConnector1">
            <a:avLst/>
          </a:prstGeom>
          <a:ln>
            <a:solidFill>
              <a:schemeClr val="bg2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직선 화살표 연결선 18">
            <a:extLst>
              <a:ext uri="{FF2B5EF4-FFF2-40B4-BE49-F238E27FC236}">
                <a16:creationId xmlns:a16="http://schemas.microsoft.com/office/drawing/2014/main" id="{264CA4E7-F49D-43F9-937F-AFB994B0E5BC}"/>
              </a:ext>
            </a:extLst>
          </p:cNvPr>
          <p:cNvCxnSpPr/>
          <p:nvPr/>
        </p:nvCxnSpPr>
        <p:spPr>
          <a:xfrm>
            <a:off x="7465806" y="2361168"/>
            <a:ext cx="0" cy="2829543"/>
          </a:xfrm>
          <a:prstGeom prst="straightConnector1">
            <a:avLst/>
          </a:prstGeom>
          <a:ln>
            <a:solidFill>
              <a:schemeClr val="bg2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그림 2">
            <a:extLst>
              <a:ext uri="{FF2B5EF4-FFF2-40B4-BE49-F238E27FC236}">
                <a16:creationId xmlns:a16="http://schemas.microsoft.com/office/drawing/2014/main" id="{21200587-1FE2-4D88-9071-E3079B3A7D1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37589" b="37906"/>
          <a:stretch/>
        </p:blipFill>
        <p:spPr>
          <a:xfrm>
            <a:off x="2427887" y="3447456"/>
            <a:ext cx="1130364" cy="276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42570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0" name="직선 연결선 29">
            <a:extLst>
              <a:ext uri="{FF2B5EF4-FFF2-40B4-BE49-F238E27FC236}">
                <a16:creationId xmlns:a16="http://schemas.microsoft.com/office/drawing/2014/main" id="{44EAC522-5B36-4EDF-8F5D-FB7D4549EEEE}"/>
              </a:ext>
            </a:extLst>
          </p:cNvPr>
          <p:cNvCxnSpPr>
            <a:cxnSpLocks/>
            <a:stCxn id="4" idx="0"/>
            <a:endCxn id="4" idx="2"/>
          </p:cNvCxnSpPr>
          <p:nvPr/>
        </p:nvCxnSpPr>
        <p:spPr>
          <a:xfrm>
            <a:off x="4695714" y="2377158"/>
            <a:ext cx="0" cy="2836852"/>
          </a:xfrm>
          <a:prstGeom prst="line">
            <a:avLst/>
          </a:prstGeom>
          <a:ln>
            <a:solidFill>
              <a:schemeClr val="bg2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직사각형 3">
            <a:extLst>
              <a:ext uri="{FF2B5EF4-FFF2-40B4-BE49-F238E27FC236}">
                <a16:creationId xmlns:a16="http://schemas.microsoft.com/office/drawing/2014/main" id="{E5767800-EF56-4F3B-9492-96646B220899}"/>
              </a:ext>
            </a:extLst>
          </p:cNvPr>
          <p:cNvSpPr/>
          <p:nvPr/>
        </p:nvSpPr>
        <p:spPr>
          <a:xfrm>
            <a:off x="2054711" y="2377158"/>
            <a:ext cx="5282005" cy="2836852"/>
          </a:xfrm>
          <a:prstGeom prst="rect">
            <a:avLst/>
          </a:prstGeom>
          <a:noFill/>
          <a:ln w="3175">
            <a:solidFill>
              <a:schemeClr val="bg2">
                <a:lumMod val="9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411B5D11-E11A-4335-97ED-015C008198E1}"/>
              </a:ext>
            </a:extLst>
          </p:cNvPr>
          <p:cNvCxnSpPr/>
          <p:nvPr/>
        </p:nvCxnSpPr>
        <p:spPr>
          <a:xfrm>
            <a:off x="7336715" y="2108216"/>
            <a:ext cx="0" cy="26894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EBEB507B-F3BC-4C19-A063-0B2FF1B210DD}"/>
              </a:ext>
            </a:extLst>
          </p:cNvPr>
          <p:cNvCxnSpPr/>
          <p:nvPr/>
        </p:nvCxnSpPr>
        <p:spPr>
          <a:xfrm>
            <a:off x="7336715" y="2377158"/>
            <a:ext cx="26894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2C6DA907-B93F-42F7-BE9E-A6113EDE1B11}"/>
              </a:ext>
            </a:extLst>
          </p:cNvPr>
          <p:cNvCxnSpPr/>
          <p:nvPr/>
        </p:nvCxnSpPr>
        <p:spPr>
          <a:xfrm>
            <a:off x="2054709" y="2108216"/>
            <a:ext cx="0" cy="26894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C85DA990-FA37-4063-A0FC-F8CC3C014849}"/>
              </a:ext>
            </a:extLst>
          </p:cNvPr>
          <p:cNvCxnSpPr/>
          <p:nvPr/>
        </p:nvCxnSpPr>
        <p:spPr>
          <a:xfrm flipH="1">
            <a:off x="1699708" y="2377158"/>
            <a:ext cx="35500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22E8B8F4-A6F7-4F93-9DFA-0D2022A7C1AC}"/>
              </a:ext>
            </a:extLst>
          </p:cNvPr>
          <p:cNvCxnSpPr>
            <a:cxnSpLocks/>
          </p:cNvCxnSpPr>
          <p:nvPr/>
        </p:nvCxnSpPr>
        <p:spPr>
          <a:xfrm>
            <a:off x="2054709" y="5206701"/>
            <a:ext cx="0" cy="25818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직선 연결선 17">
            <a:extLst>
              <a:ext uri="{FF2B5EF4-FFF2-40B4-BE49-F238E27FC236}">
                <a16:creationId xmlns:a16="http://schemas.microsoft.com/office/drawing/2014/main" id="{520613AB-231E-49DA-9542-AC39B4744140}"/>
              </a:ext>
            </a:extLst>
          </p:cNvPr>
          <p:cNvCxnSpPr/>
          <p:nvPr/>
        </p:nvCxnSpPr>
        <p:spPr>
          <a:xfrm flipH="1">
            <a:off x="1699708" y="5206701"/>
            <a:ext cx="35500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직선 연결선 19">
            <a:extLst>
              <a:ext uri="{FF2B5EF4-FFF2-40B4-BE49-F238E27FC236}">
                <a16:creationId xmlns:a16="http://schemas.microsoft.com/office/drawing/2014/main" id="{DC47F179-C61F-42BE-8C25-B5B93168BF00}"/>
              </a:ext>
            </a:extLst>
          </p:cNvPr>
          <p:cNvCxnSpPr/>
          <p:nvPr/>
        </p:nvCxnSpPr>
        <p:spPr>
          <a:xfrm>
            <a:off x="7336715" y="5206701"/>
            <a:ext cx="26894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직선 연결선 21">
            <a:extLst>
              <a:ext uri="{FF2B5EF4-FFF2-40B4-BE49-F238E27FC236}">
                <a16:creationId xmlns:a16="http://schemas.microsoft.com/office/drawing/2014/main" id="{43CBB8CA-7242-4259-86F5-C4291B9C3D04}"/>
              </a:ext>
            </a:extLst>
          </p:cNvPr>
          <p:cNvCxnSpPr/>
          <p:nvPr/>
        </p:nvCxnSpPr>
        <p:spPr>
          <a:xfrm>
            <a:off x="7336715" y="5206701"/>
            <a:ext cx="0" cy="25818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직선 연결선 31">
            <a:extLst>
              <a:ext uri="{FF2B5EF4-FFF2-40B4-BE49-F238E27FC236}">
                <a16:creationId xmlns:a16="http://schemas.microsoft.com/office/drawing/2014/main" id="{DF27D0F7-F19F-45F1-A0B4-F4A876164E93}"/>
              </a:ext>
            </a:extLst>
          </p:cNvPr>
          <p:cNvCxnSpPr>
            <a:cxnSpLocks/>
          </p:cNvCxnSpPr>
          <p:nvPr/>
        </p:nvCxnSpPr>
        <p:spPr>
          <a:xfrm>
            <a:off x="2054710" y="3765182"/>
            <a:ext cx="5282005" cy="0"/>
          </a:xfrm>
          <a:prstGeom prst="line">
            <a:avLst/>
          </a:prstGeom>
          <a:ln>
            <a:solidFill>
              <a:schemeClr val="bg2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818CC068-16DF-4AB5-9850-14B30E177149}"/>
              </a:ext>
            </a:extLst>
          </p:cNvPr>
          <p:cNvSpPr txBox="1"/>
          <p:nvPr/>
        </p:nvSpPr>
        <p:spPr>
          <a:xfrm>
            <a:off x="1918412" y="868025"/>
            <a:ext cx="38620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/>
              <a:t>Layout FRONT </a:t>
            </a:r>
            <a:r>
              <a:rPr lang="en-US" altLang="ko-KR" b="1" dirty="0">
                <a:latin typeface="+mn-ea"/>
              </a:rPr>
              <a:t>Director: Eunjoo Kim</a:t>
            </a:r>
            <a:endParaRPr lang="ko-KR" altLang="en-US" b="1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BE1ABE57-A13D-48CD-BE77-53428CB336D6}"/>
              </a:ext>
            </a:extLst>
          </p:cNvPr>
          <p:cNvSpPr txBox="1"/>
          <p:nvPr/>
        </p:nvSpPr>
        <p:spPr>
          <a:xfrm>
            <a:off x="4289094" y="1665729"/>
            <a:ext cx="8132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Center</a:t>
            </a:r>
            <a:endParaRPr lang="ko-KR" altLang="en-US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352FA015-9E31-49BE-BA83-948957FD9444}"/>
              </a:ext>
            </a:extLst>
          </p:cNvPr>
          <p:cNvSpPr txBox="1"/>
          <p:nvPr/>
        </p:nvSpPr>
        <p:spPr>
          <a:xfrm>
            <a:off x="7874596" y="3558999"/>
            <a:ext cx="8132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Center</a:t>
            </a:r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165E602-A46F-4B63-AC19-E33D94511283}"/>
              </a:ext>
            </a:extLst>
          </p:cNvPr>
          <p:cNvSpPr txBox="1"/>
          <p:nvPr/>
        </p:nvSpPr>
        <p:spPr>
          <a:xfrm>
            <a:off x="4465412" y="1958116"/>
            <a:ext cx="428322" cy="26161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ko-KR" sz="1100" dirty="0"/>
              <a:t>9cm</a:t>
            </a:r>
            <a:endParaRPr lang="ko-KR" altLang="en-US" sz="11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2619127-958F-44E0-BD0A-00F20B3C6652}"/>
              </a:ext>
            </a:extLst>
          </p:cNvPr>
          <p:cNvSpPr txBox="1"/>
          <p:nvPr/>
        </p:nvSpPr>
        <p:spPr>
          <a:xfrm>
            <a:off x="7422504" y="3605166"/>
            <a:ext cx="45236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5cm</a:t>
            </a:r>
            <a:endParaRPr lang="ko-KR" altLang="en-US" sz="1200" dirty="0"/>
          </a:p>
        </p:txBody>
      </p:sp>
      <p:cxnSp>
        <p:nvCxnSpPr>
          <p:cNvPr id="15" name="직선 화살표 연결선 14">
            <a:extLst>
              <a:ext uri="{FF2B5EF4-FFF2-40B4-BE49-F238E27FC236}">
                <a16:creationId xmlns:a16="http://schemas.microsoft.com/office/drawing/2014/main" id="{728EB9B1-27FB-40E5-96DF-C823DECEF79F}"/>
              </a:ext>
            </a:extLst>
          </p:cNvPr>
          <p:cNvCxnSpPr/>
          <p:nvPr/>
        </p:nvCxnSpPr>
        <p:spPr>
          <a:xfrm>
            <a:off x="2054709" y="2242687"/>
            <a:ext cx="5282006" cy="0"/>
          </a:xfrm>
          <a:prstGeom prst="straightConnector1">
            <a:avLst/>
          </a:prstGeom>
          <a:ln>
            <a:solidFill>
              <a:schemeClr val="bg2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직선 화살표 연결선 18">
            <a:extLst>
              <a:ext uri="{FF2B5EF4-FFF2-40B4-BE49-F238E27FC236}">
                <a16:creationId xmlns:a16="http://schemas.microsoft.com/office/drawing/2014/main" id="{264CA4E7-F49D-43F9-937F-AFB994B0E5BC}"/>
              </a:ext>
            </a:extLst>
          </p:cNvPr>
          <p:cNvCxnSpPr/>
          <p:nvPr/>
        </p:nvCxnSpPr>
        <p:spPr>
          <a:xfrm>
            <a:off x="7465806" y="2361168"/>
            <a:ext cx="0" cy="2829543"/>
          </a:xfrm>
          <a:prstGeom prst="straightConnector1">
            <a:avLst/>
          </a:prstGeom>
          <a:ln>
            <a:solidFill>
              <a:schemeClr val="bg2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966EFF45-815D-4614-B9F3-F3E2566F417C}"/>
              </a:ext>
            </a:extLst>
          </p:cNvPr>
          <p:cNvSpPr/>
          <p:nvPr/>
        </p:nvSpPr>
        <p:spPr>
          <a:xfrm>
            <a:off x="4572000" y="4154638"/>
            <a:ext cx="2329631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200" b="1" dirty="0">
                <a:latin typeface="+mn-ea"/>
              </a:rPr>
              <a:t>Director: Eunjoo Kim</a:t>
            </a:r>
            <a:br>
              <a:rPr lang="en-US" altLang="ko-KR" sz="1050" dirty="0"/>
            </a:br>
            <a:r>
              <a:rPr lang="ko-KR" altLang="en-US" sz="1050" dirty="0"/>
              <a:t>한국디지털대학 사무총장</a:t>
            </a:r>
            <a:br>
              <a:rPr lang="en-US" altLang="ko-KR" sz="1050" dirty="0"/>
            </a:br>
            <a:r>
              <a:rPr lang="en-US" altLang="ko-KR" sz="1050" dirty="0"/>
              <a:t>AI </a:t>
            </a:r>
            <a:r>
              <a:rPr lang="ko-KR" altLang="en-US" sz="1050" dirty="0"/>
              <a:t>휴먼 북스 </a:t>
            </a:r>
            <a:r>
              <a:rPr lang="en-US" altLang="ko-KR" sz="1050" dirty="0"/>
              <a:t>. </a:t>
            </a:r>
            <a:r>
              <a:rPr lang="ko-KR" altLang="en-US" sz="1050" dirty="0"/>
              <a:t>작가</a:t>
            </a:r>
            <a:br>
              <a:rPr lang="en-US" altLang="ko-KR" sz="1050" dirty="0"/>
            </a:br>
            <a:r>
              <a:rPr lang="en-US" altLang="ko-KR" sz="1050" dirty="0"/>
              <a:t>Email: amwing2000@gmail.com </a:t>
            </a:r>
          </a:p>
          <a:p>
            <a:r>
              <a:rPr lang="en-US" altLang="ko-KR" sz="1050" dirty="0"/>
              <a:t>Phone Number: (+82)010-9289-0746</a:t>
            </a:r>
          </a:p>
        </p:txBody>
      </p:sp>
      <p:pic>
        <p:nvPicPr>
          <p:cNvPr id="29" name="그림 28">
            <a:extLst>
              <a:ext uri="{FF2B5EF4-FFF2-40B4-BE49-F238E27FC236}">
                <a16:creationId xmlns:a16="http://schemas.microsoft.com/office/drawing/2014/main" id="{91BFE737-5BB5-4407-8704-871699D6750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2853" r="16027"/>
          <a:stretch/>
        </p:blipFill>
        <p:spPr>
          <a:xfrm>
            <a:off x="3849454" y="3259210"/>
            <a:ext cx="2214337" cy="9043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61621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0" name="직선 연결선 29">
            <a:extLst>
              <a:ext uri="{FF2B5EF4-FFF2-40B4-BE49-F238E27FC236}">
                <a16:creationId xmlns:a16="http://schemas.microsoft.com/office/drawing/2014/main" id="{44EAC522-5B36-4EDF-8F5D-FB7D4549EEEE}"/>
              </a:ext>
            </a:extLst>
          </p:cNvPr>
          <p:cNvCxnSpPr>
            <a:cxnSpLocks/>
            <a:stCxn id="4" idx="0"/>
            <a:endCxn id="4" idx="2"/>
          </p:cNvCxnSpPr>
          <p:nvPr/>
        </p:nvCxnSpPr>
        <p:spPr>
          <a:xfrm>
            <a:off x="4695714" y="2377158"/>
            <a:ext cx="0" cy="2836852"/>
          </a:xfrm>
          <a:prstGeom prst="line">
            <a:avLst/>
          </a:prstGeom>
          <a:ln>
            <a:solidFill>
              <a:schemeClr val="bg2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직사각형 3">
            <a:extLst>
              <a:ext uri="{FF2B5EF4-FFF2-40B4-BE49-F238E27FC236}">
                <a16:creationId xmlns:a16="http://schemas.microsoft.com/office/drawing/2014/main" id="{E5767800-EF56-4F3B-9492-96646B220899}"/>
              </a:ext>
            </a:extLst>
          </p:cNvPr>
          <p:cNvSpPr/>
          <p:nvPr/>
        </p:nvSpPr>
        <p:spPr>
          <a:xfrm>
            <a:off x="2054711" y="2377158"/>
            <a:ext cx="5282005" cy="2836852"/>
          </a:xfrm>
          <a:prstGeom prst="rect">
            <a:avLst/>
          </a:prstGeom>
          <a:noFill/>
          <a:ln w="3175">
            <a:solidFill>
              <a:schemeClr val="bg2">
                <a:lumMod val="9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411B5D11-E11A-4335-97ED-015C008198E1}"/>
              </a:ext>
            </a:extLst>
          </p:cNvPr>
          <p:cNvCxnSpPr/>
          <p:nvPr/>
        </p:nvCxnSpPr>
        <p:spPr>
          <a:xfrm>
            <a:off x="7336715" y="2108216"/>
            <a:ext cx="0" cy="26894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EBEB507B-F3BC-4C19-A063-0B2FF1B210DD}"/>
              </a:ext>
            </a:extLst>
          </p:cNvPr>
          <p:cNvCxnSpPr/>
          <p:nvPr/>
        </p:nvCxnSpPr>
        <p:spPr>
          <a:xfrm>
            <a:off x="7336715" y="2377158"/>
            <a:ext cx="26894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2C6DA907-B93F-42F7-BE9E-A6113EDE1B11}"/>
              </a:ext>
            </a:extLst>
          </p:cNvPr>
          <p:cNvCxnSpPr/>
          <p:nvPr/>
        </p:nvCxnSpPr>
        <p:spPr>
          <a:xfrm>
            <a:off x="2054709" y="2108216"/>
            <a:ext cx="0" cy="26894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C85DA990-FA37-4063-A0FC-F8CC3C014849}"/>
              </a:ext>
            </a:extLst>
          </p:cNvPr>
          <p:cNvCxnSpPr/>
          <p:nvPr/>
        </p:nvCxnSpPr>
        <p:spPr>
          <a:xfrm flipH="1">
            <a:off x="1699708" y="2377158"/>
            <a:ext cx="35500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22E8B8F4-A6F7-4F93-9DFA-0D2022A7C1AC}"/>
              </a:ext>
            </a:extLst>
          </p:cNvPr>
          <p:cNvCxnSpPr>
            <a:cxnSpLocks/>
          </p:cNvCxnSpPr>
          <p:nvPr/>
        </p:nvCxnSpPr>
        <p:spPr>
          <a:xfrm>
            <a:off x="2054709" y="5206701"/>
            <a:ext cx="0" cy="25818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직선 연결선 17">
            <a:extLst>
              <a:ext uri="{FF2B5EF4-FFF2-40B4-BE49-F238E27FC236}">
                <a16:creationId xmlns:a16="http://schemas.microsoft.com/office/drawing/2014/main" id="{520613AB-231E-49DA-9542-AC39B4744140}"/>
              </a:ext>
            </a:extLst>
          </p:cNvPr>
          <p:cNvCxnSpPr/>
          <p:nvPr/>
        </p:nvCxnSpPr>
        <p:spPr>
          <a:xfrm flipH="1">
            <a:off x="1699708" y="5206701"/>
            <a:ext cx="35500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직선 연결선 19">
            <a:extLst>
              <a:ext uri="{FF2B5EF4-FFF2-40B4-BE49-F238E27FC236}">
                <a16:creationId xmlns:a16="http://schemas.microsoft.com/office/drawing/2014/main" id="{DC47F179-C61F-42BE-8C25-B5B93168BF00}"/>
              </a:ext>
            </a:extLst>
          </p:cNvPr>
          <p:cNvCxnSpPr/>
          <p:nvPr/>
        </p:nvCxnSpPr>
        <p:spPr>
          <a:xfrm>
            <a:off x="7336715" y="5206701"/>
            <a:ext cx="26894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직선 연결선 21">
            <a:extLst>
              <a:ext uri="{FF2B5EF4-FFF2-40B4-BE49-F238E27FC236}">
                <a16:creationId xmlns:a16="http://schemas.microsoft.com/office/drawing/2014/main" id="{43CBB8CA-7242-4259-86F5-C4291B9C3D04}"/>
              </a:ext>
            </a:extLst>
          </p:cNvPr>
          <p:cNvCxnSpPr/>
          <p:nvPr/>
        </p:nvCxnSpPr>
        <p:spPr>
          <a:xfrm>
            <a:off x="7336715" y="5206701"/>
            <a:ext cx="0" cy="25818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직선 연결선 31">
            <a:extLst>
              <a:ext uri="{FF2B5EF4-FFF2-40B4-BE49-F238E27FC236}">
                <a16:creationId xmlns:a16="http://schemas.microsoft.com/office/drawing/2014/main" id="{DF27D0F7-F19F-45F1-A0B4-F4A876164E93}"/>
              </a:ext>
            </a:extLst>
          </p:cNvPr>
          <p:cNvCxnSpPr>
            <a:cxnSpLocks/>
          </p:cNvCxnSpPr>
          <p:nvPr/>
        </p:nvCxnSpPr>
        <p:spPr>
          <a:xfrm>
            <a:off x="2054710" y="3765182"/>
            <a:ext cx="5282005" cy="0"/>
          </a:xfrm>
          <a:prstGeom prst="line">
            <a:avLst/>
          </a:prstGeom>
          <a:ln>
            <a:solidFill>
              <a:schemeClr val="bg2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818CC068-16DF-4AB5-9850-14B30E177149}"/>
              </a:ext>
            </a:extLst>
          </p:cNvPr>
          <p:cNvSpPr txBox="1"/>
          <p:nvPr/>
        </p:nvSpPr>
        <p:spPr>
          <a:xfrm>
            <a:off x="2054709" y="1323191"/>
            <a:ext cx="14659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Layout </a:t>
            </a:r>
            <a:r>
              <a:rPr lang="en-US" altLang="ko-KR" b="1" dirty="0">
                <a:latin typeface="+mn-ea"/>
              </a:rPr>
              <a:t>BACK</a:t>
            </a:r>
            <a:endParaRPr lang="ko-KR" altLang="en-US" b="1" dirty="0">
              <a:latin typeface="+mn-ea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BE1ABE57-A13D-48CD-BE77-53428CB336D6}"/>
              </a:ext>
            </a:extLst>
          </p:cNvPr>
          <p:cNvSpPr txBox="1"/>
          <p:nvPr/>
        </p:nvSpPr>
        <p:spPr>
          <a:xfrm>
            <a:off x="4289094" y="1665729"/>
            <a:ext cx="8132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Center</a:t>
            </a:r>
            <a:endParaRPr lang="ko-KR" altLang="en-US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352FA015-9E31-49BE-BA83-948957FD9444}"/>
              </a:ext>
            </a:extLst>
          </p:cNvPr>
          <p:cNvSpPr txBox="1"/>
          <p:nvPr/>
        </p:nvSpPr>
        <p:spPr>
          <a:xfrm>
            <a:off x="7874596" y="3558999"/>
            <a:ext cx="8132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Center</a:t>
            </a:r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165E602-A46F-4B63-AC19-E33D94511283}"/>
              </a:ext>
            </a:extLst>
          </p:cNvPr>
          <p:cNvSpPr txBox="1"/>
          <p:nvPr/>
        </p:nvSpPr>
        <p:spPr>
          <a:xfrm>
            <a:off x="4465412" y="1958116"/>
            <a:ext cx="428322" cy="26161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ko-KR" sz="1100" dirty="0"/>
              <a:t>9cm</a:t>
            </a:r>
            <a:endParaRPr lang="ko-KR" altLang="en-US" sz="11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2619127-958F-44E0-BD0A-00F20B3C6652}"/>
              </a:ext>
            </a:extLst>
          </p:cNvPr>
          <p:cNvSpPr txBox="1"/>
          <p:nvPr/>
        </p:nvSpPr>
        <p:spPr>
          <a:xfrm>
            <a:off x="7422504" y="3605166"/>
            <a:ext cx="45236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5cm</a:t>
            </a:r>
            <a:endParaRPr lang="ko-KR" altLang="en-US" sz="1200" dirty="0"/>
          </a:p>
        </p:txBody>
      </p:sp>
      <p:cxnSp>
        <p:nvCxnSpPr>
          <p:cNvPr id="15" name="직선 화살표 연결선 14">
            <a:extLst>
              <a:ext uri="{FF2B5EF4-FFF2-40B4-BE49-F238E27FC236}">
                <a16:creationId xmlns:a16="http://schemas.microsoft.com/office/drawing/2014/main" id="{728EB9B1-27FB-40E5-96DF-C823DECEF79F}"/>
              </a:ext>
            </a:extLst>
          </p:cNvPr>
          <p:cNvCxnSpPr/>
          <p:nvPr/>
        </p:nvCxnSpPr>
        <p:spPr>
          <a:xfrm>
            <a:off x="2054709" y="2242687"/>
            <a:ext cx="5282006" cy="0"/>
          </a:xfrm>
          <a:prstGeom prst="straightConnector1">
            <a:avLst/>
          </a:prstGeom>
          <a:ln>
            <a:solidFill>
              <a:schemeClr val="bg2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직선 화살표 연결선 18">
            <a:extLst>
              <a:ext uri="{FF2B5EF4-FFF2-40B4-BE49-F238E27FC236}">
                <a16:creationId xmlns:a16="http://schemas.microsoft.com/office/drawing/2014/main" id="{264CA4E7-F49D-43F9-937F-AFB994B0E5BC}"/>
              </a:ext>
            </a:extLst>
          </p:cNvPr>
          <p:cNvCxnSpPr/>
          <p:nvPr/>
        </p:nvCxnSpPr>
        <p:spPr>
          <a:xfrm>
            <a:off x="7465806" y="2361168"/>
            <a:ext cx="0" cy="2829543"/>
          </a:xfrm>
          <a:prstGeom prst="straightConnector1">
            <a:avLst/>
          </a:prstGeom>
          <a:ln>
            <a:solidFill>
              <a:schemeClr val="bg2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9" name="그림 28">
            <a:extLst>
              <a:ext uri="{FF2B5EF4-FFF2-40B4-BE49-F238E27FC236}">
                <a16:creationId xmlns:a16="http://schemas.microsoft.com/office/drawing/2014/main" id="{91BFE737-5BB5-4407-8704-871699D6750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2853" r="16027"/>
          <a:stretch/>
        </p:blipFill>
        <p:spPr>
          <a:xfrm>
            <a:off x="3356972" y="3151344"/>
            <a:ext cx="2214337" cy="904366"/>
          </a:xfrm>
          <a:prstGeom prst="rect">
            <a:avLst/>
          </a:prstGeom>
        </p:spPr>
      </p:pic>
      <p:sp>
        <p:nvSpPr>
          <p:cNvPr id="23" name="직사각형 22">
            <a:extLst>
              <a:ext uri="{FF2B5EF4-FFF2-40B4-BE49-F238E27FC236}">
                <a16:creationId xmlns:a16="http://schemas.microsoft.com/office/drawing/2014/main" id="{A2CCD931-A624-496A-A7E7-35E96ACED122}"/>
              </a:ext>
            </a:extLst>
          </p:cNvPr>
          <p:cNvSpPr/>
          <p:nvPr/>
        </p:nvSpPr>
        <p:spPr>
          <a:xfrm>
            <a:off x="3442807" y="4055711"/>
            <a:ext cx="2505814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100" dirty="0">
                <a:latin typeface="푸른전남 Medium" panose="020B0603000000000000" pitchFamily="50" charset="-127"/>
                <a:ea typeface="푸른전남 Medium" panose="020B0603000000000000" pitchFamily="50" charset="-127"/>
              </a:rPr>
              <a:t>Ai Tab_ Food Desert Solution</a:t>
            </a:r>
            <a:br>
              <a:rPr lang="en-US" altLang="ko-KR" sz="1100" dirty="0">
                <a:latin typeface="푸른전남 Medium" panose="020B0603000000000000" pitchFamily="50" charset="-127"/>
                <a:ea typeface="푸른전남 Medium" panose="020B0603000000000000" pitchFamily="50" charset="-127"/>
              </a:rPr>
            </a:br>
            <a:r>
              <a:rPr lang="en-US" altLang="ko-KR" sz="1100" dirty="0">
                <a:latin typeface="푸른전남 Medium" panose="020B0603000000000000" pitchFamily="50" charset="-127"/>
                <a:ea typeface="푸른전남 Medium" panose="020B0603000000000000" pitchFamily="50" charset="-127"/>
              </a:rPr>
              <a:t>Food Oasis Created by My Wallet</a:t>
            </a:r>
            <a:endParaRPr lang="ko-KR" altLang="en-US" sz="1100" dirty="0">
              <a:latin typeface="푸른전남 Medium" panose="020B0603000000000000" pitchFamily="50" charset="-127"/>
              <a:ea typeface="푸른전남 Medium" panose="020B0603000000000000" pitchFamily="50" charset="-127"/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434F85D1-64A0-47DD-AA8A-C4EFCC700187}"/>
              </a:ext>
            </a:extLst>
          </p:cNvPr>
          <p:cNvSpPr/>
          <p:nvPr/>
        </p:nvSpPr>
        <p:spPr>
          <a:xfrm>
            <a:off x="3442807" y="4671239"/>
            <a:ext cx="1800045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 dirty="0" err="1"/>
              <a:t>mastodon.social</a:t>
            </a:r>
            <a:r>
              <a:rPr lang="en-US" altLang="ko-KR" sz="1200" dirty="0"/>
              <a:t>/@re_eul</a:t>
            </a:r>
            <a:endParaRPr lang="ko-KR" altLang="en-US" sz="1200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2420BD9-546E-4F7E-820A-60E1A2F55546}"/>
              </a:ext>
            </a:extLst>
          </p:cNvPr>
          <p:cNvSpPr txBox="1"/>
          <p:nvPr/>
        </p:nvSpPr>
        <p:spPr>
          <a:xfrm>
            <a:off x="3442807" y="4389359"/>
            <a:ext cx="2924198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50" b="1" dirty="0" err="1"/>
              <a:t>PlanX</a:t>
            </a:r>
            <a:r>
              <a:rPr lang="ko-KR" altLang="en-US" sz="1050" b="1" dirty="0"/>
              <a:t> </a:t>
            </a:r>
            <a:r>
              <a:rPr lang="en-US" altLang="ko-KR" sz="1050" b="1" dirty="0"/>
              <a:t>Global</a:t>
            </a:r>
            <a:r>
              <a:rPr lang="ko-KR" altLang="en-US" sz="1050" b="1" dirty="0"/>
              <a:t> </a:t>
            </a:r>
            <a:r>
              <a:rPr lang="en-US" altLang="ko-KR" sz="1050" b="1" dirty="0" err="1"/>
              <a:t>Co.,LTD</a:t>
            </a:r>
            <a:br>
              <a:rPr lang="en-US" altLang="ko-KR" sz="1050" dirty="0"/>
            </a:br>
            <a:r>
              <a:rPr lang="en-US" altLang="ko-KR" sz="1050" dirty="0"/>
              <a:t>#181,68,</a:t>
            </a:r>
            <a:r>
              <a:rPr lang="ko-KR" altLang="en-US" sz="1050" dirty="0"/>
              <a:t> </a:t>
            </a:r>
            <a:r>
              <a:rPr lang="en-US" altLang="ko-KR" sz="1050" dirty="0" err="1"/>
              <a:t>Bongeunsa-ro</a:t>
            </a:r>
            <a:r>
              <a:rPr lang="ko-KR" altLang="en-US" sz="1050" dirty="0"/>
              <a:t> </a:t>
            </a:r>
            <a:r>
              <a:rPr lang="en-US" altLang="ko-KR" sz="1050" dirty="0"/>
              <a:t>30-gil,</a:t>
            </a:r>
            <a:r>
              <a:rPr lang="ko-KR" altLang="en-US" sz="1050" dirty="0"/>
              <a:t> </a:t>
            </a:r>
            <a:r>
              <a:rPr lang="en-US" altLang="ko-KR" sz="1050" dirty="0"/>
              <a:t>Gangnam-</a:t>
            </a:r>
            <a:r>
              <a:rPr lang="en-US" altLang="ko-KR" sz="1050" dirty="0" err="1"/>
              <a:t>gu</a:t>
            </a:r>
            <a:r>
              <a:rPr lang="en-US" altLang="ko-KR" sz="1050" dirty="0"/>
              <a:t>,</a:t>
            </a:r>
            <a:r>
              <a:rPr lang="ko-KR" altLang="en-US" sz="1050" dirty="0"/>
              <a:t> </a:t>
            </a:r>
            <a:r>
              <a:rPr lang="en-US" altLang="ko-KR" sz="1050" dirty="0"/>
              <a:t>Seoul</a:t>
            </a:r>
            <a:endParaRPr lang="ko-KR" altLang="en-US" sz="1050" dirty="0"/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D70029E4-0ED2-4935-ABF9-90AC49185E17}"/>
              </a:ext>
            </a:extLst>
          </p:cNvPr>
          <p:cNvSpPr/>
          <p:nvPr/>
        </p:nvSpPr>
        <p:spPr>
          <a:xfrm>
            <a:off x="6175175" y="4521705"/>
            <a:ext cx="1112805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100" dirty="0"/>
              <a:t>(</a:t>
            </a:r>
            <a:r>
              <a:rPr lang="en-US" altLang="ko-KR" sz="1100" dirty="0" err="1"/>
              <a:t>Yeoksam</a:t>
            </a:r>
            <a:r>
              <a:rPr lang="en-US" altLang="ko-KR" sz="1100" dirty="0"/>
              <a:t>-dong)</a:t>
            </a:r>
            <a:endParaRPr lang="ko-KR" altLang="en-US" sz="1100" dirty="0"/>
          </a:p>
        </p:txBody>
      </p:sp>
    </p:spTree>
    <p:extLst>
      <p:ext uri="{BB962C8B-B14F-4D97-AF65-F5344CB8AC3E}">
        <p14:creationId xmlns:p14="http://schemas.microsoft.com/office/powerpoint/2010/main" val="41647028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직사각형 11">
            <a:extLst>
              <a:ext uri="{FF2B5EF4-FFF2-40B4-BE49-F238E27FC236}">
                <a16:creationId xmlns:a16="http://schemas.microsoft.com/office/drawing/2014/main" id="{964D63E0-D7EF-432C-A19F-C2B53D210843}"/>
              </a:ext>
            </a:extLst>
          </p:cNvPr>
          <p:cNvSpPr/>
          <p:nvPr/>
        </p:nvSpPr>
        <p:spPr>
          <a:xfrm>
            <a:off x="5205091" y="2402001"/>
            <a:ext cx="2505814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100" dirty="0">
                <a:latin typeface="푸른전남 Medium" panose="020B0603000000000000" pitchFamily="50" charset="-127"/>
                <a:ea typeface="푸른전남 Medium" panose="020B0603000000000000" pitchFamily="50" charset="-127"/>
              </a:rPr>
              <a:t>Ai Tab_ Food Desert Solution</a:t>
            </a:r>
            <a:br>
              <a:rPr lang="en-US" altLang="ko-KR" sz="1100" dirty="0">
                <a:latin typeface="푸른전남 Medium" panose="020B0603000000000000" pitchFamily="50" charset="-127"/>
                <a:ea typeface="푸른전남 Medium" panose="020B0603000000000000" pitchFamily="50" charset="-127"/>
              </a:rPr>
            </a:br>
            <a:r>
              <a:rPr lang="en-US" altLang="ko-KR" sz="1100" dirty="0">
                <a:latin typeface="푸른전남 Medium" panose="020B0603000000000000" pitchFamily="50" charset="-127"/>
                <a:ea typeface="푸른전남 Medium" panose="020B0603000000000000" pitchFamily="50" charset="-127"/>
              </a:rPr>
              <a:t>Food Oasis Created by My Wallet</a:t>
            </a:r>
            <a:endParaRPr lang="ko-KR" altLang="en-US" sz="1100" dirty="0">
              <a:latin typeface="푸른전남 Medium" panose="020B0603000000000000" pitchFamily="50" charset="-127"/>
              <a:ea typeface="푸른전남 Medium" panose="020B0603000000000000" pitchFamily="50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D46A95D2-A273-48D2-8E90-2A37A7FC34FE}"/>
              </a:ext>
            </a:extLst>
          </p:cNvPr>
          <p:cNvSpPr/>
          <p:nvPr/>
        </p:nvSpPr>
        <p:spPr>
          <a:xfrm>
            <a:off x="5205091" y="3017529"/>
            <a:ext cx="1800045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 dirty="0" err="1"/>
              <a:t>mastodon.social</a:t>
            </a:r>
            <a:r>
              <a:rPr lang="en-US" altLang="ko-KR" sz="1200" dirty="0"/>
              <a:t>/@re_eul</a:t>
            </a:r>
            <a:endParaRPr lang="ko-KR" altLang="en-US" sz="12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3AAB4AE-08BA-438D-8F93-B92C2324CF02}"/>
              </a:ext>
            </a:extLst>
          </p:cNvPr>
          <p:cNvSpPr txBox="1"/>
          <p:nvPr/>
        </p:nvSpPr>
        <p:spPr>
          <a:xfrm>
            <a:off x="5205091" y="2735649"/>
            <a:ext cx="2924198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50" b="1" dirty="0" err="1"/>
              <a:t>PlanX</a:t>
            </a:r>
            <a:r>
              <a:rPr lang="ko-KR" altLang="en-US" sz="1050" b="1" dirty="0"/>
              <a:t> </a:t>
            </a:r>
            <a:r>
              <a:rPr lang="en-US" altLang="ko-KR" sz="1050" b="1" dirty="0"/>
              <a:t>Global</a:t>
            </a:r>
            <a:r>
              <a:rPr lang="ko-KR" altLang="en-US" sz="1050" b="1" dirty="0"/>
              <a:t> </a:t>
            </a:r>
            <a:r>
              <a:rPr lang="en-US" altLang="ko-KR" sz="1050" b="1" dirty="0" err="1"/>
              <a:t>Co.,LTD</a:t>
            </a:r>
            <a:br>
              <a:rPr lang="en-US" altLang="ko-KR" sz="1050" dirty="0"/>
            </a:br>
            <a:r>
              <a:rPr lang="en-US" altLang="ko-KR" sz="1050" dirty="0"/>
              <a:t>#181,68,</a:t>
            </a:r>
            <a:r>
              <a:rPr lang="ko-KR" altLang="en-US" sz="1050" dirty="0"/>
              <a:t> </a:t>
            </a:r>
            <a:r>
              <a:rPr lang="en-US" altLang="ko-KR" sz="1050" dirty="0" err="1"/>
              <a:t>Bongeunsa-ro</a:t>
            </a:r>
            <a:r>
              <a:rPr lang="ko-KR" altLang="en-US" sz="1050" dirty="0"/>
              <a:t> </a:t>
            </a:r>
            <a:r>
              <a:rPr lang="en-US" altLang="ko-KR" sz="1050" dirty="0"/>
              <a:t>30-gil,</a:t>
            </a:r>
            <a:r>
              <a:rPr lang="ko-KR" altLang="en-US" sz="1050" dirty="0"/>
              <a:t> </a:t>
            </a:r>
            <a:r>
              <a:rPr lang="en-US" altLang="ko-KR" sz="1050" dirty="0"/>
              <a:t>Gangnam-</a:t>
            </a:r>
            <a:r>
              <a:rPr lang="en-US" altLang="ko-KR" sz="1050" dirty="0" err="1"/>
              <a:t>gu</a:t>
            </a:r>
            <a:r>
              <a:rPr lang="en-US" altLang="ko-KR" sz="1050" dirty="0"/>
              <a:t>,</a:t>
            </a:r>
            <a:r>
              <a:rPr lang="ko-KR" altLang="en-US" sz="1050" dirty="0"/>
              <a:t> </a:t>
            </a:r>
            <a:r>
              <a:rPr lang="en-US" altLang="ko-KR" sz="1050" dirty="0"/>
              <a:t>Seoul</a:t>
            </a:r>
            <a:endParaRPr lang="ko-KR" altLang="en-US" sz="1050" dirty="0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B532F259-5CE2-44E6-8704-7FA1C0C497BC}"/>
              </a:ext>
            </a:extLst>
          </p:cNvPr>
          <p:cNvSpPr/>
          <p:nvPr/>
        </p:nvSpPr>
        <p:spPr>
          <a:xfrm>
            <a:off x="7937459" y="2867995"/>
            <a:ext cx="1112805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100" dirty="0"/>
              <a:t>(</a:t>
            </a:r>
            <a:r>
              <a:rPr lang="en-US" altLang="ko-KR" sz="1100" dirty="0" err="1"/>
              <a:t>Yeoksam</a:t>
            </a:r>
            <a:r>
              <a:rPr lang="en-US" altLang="ko-KR" sz="1100" dirty="0"/>
              <a:t>-dong)</a:t>
            </a:r>
            <a:endParaRPr lang="ko-KR" altLang="en-US" sz="1100" dirty="0"/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869B957E-E66D-42FD-B337-0B1B661FBD9C}"/>
              </a:ext>
            </a:extLst>
          </p:cNvPr>
          <p:cNvSpPr/>
          <p:nvPr/>
        </p:nvSpPr>
        <p:spPr>
          <a:xfrm>
            <a:off x="5298827" y="5565135"/>
            <a:ext cx="2505814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100" dirty="0">
                <a:latin typeface="푸른전남 Medium" panose="020B0603000000000000" pitchFamily="50" charset="-127"/>
                <a:ea typeface="푸른전남 Medium" panose="020B0603000000000000" pitchFamily="50" charset="-127"/>
              </a:rPr>
              <a:t>Ai Tab_ Food Desert Solution</a:t>
            </a:r>
            <a:br>
              <a:rPr lang="en-US" altLang="ko-KR" sz="1100" dirty="0">
                <a:latin typeface="푸른전남 Medium" panose="020B0603000000000000" pitchFamily="50" charset="-127"/>
                <a:ea typeface="푸른전남 Medium" panose="020B0603000000000000" pitchFamily="50" charset="-127"/>
              </a:rPr>
            </a:br>
            <a:r>
              <a:rPr lang="en-US" altLang="ko-KR" sz="1100" dirty="0">
                <a:latin typeface="푸른전남 Medium" panose="020B0603000000000000" pitchFamily="50" charset="-127"/>
                <a:ea typeface="푸른전남 Medium" panose="020B0603000000000000" pitchFamily="50" charset="-127"/>
              </a:rPr>
              <a:t>Food Oasis Created by My Wallet</a:t>
            </a:r>
            <a:endParaRPr lang="ko-KR" altLang="en-US" sz="1100" dirty="0">
              <a:latin typeface="푸른전남 Medium" panose="020B0603000000000000" pitchFamily="50" charset="-127"/>
              <a:ea typeface="푸른전남 Medium" panose="020B0603000000000000" pitchFamily="50" charset="-127"/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799F54F6-411B-4168-AAA9-7C817959DBF9}"/>
              </a:ext>
            </a:extLst>
          </p:cNvPr>
          <p:cNvSpPr/>
          <p:nvPr/>
        </p:nvSpPr>
        <p:spPr>
          <a:xfrm>
            <a:off x="5298827" y="6210700"/>
            <a:ext cx="1800045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 dirty="0" err="1"/>
              <a:t>mastodon.social</a:t>
            </a:r>
            <a:r>
              <a:rPr lang="en-US" altLang="ko-KR" sz="1200" dirty="0"/>
              <a:t>/@re_eul</a:t>
            </a:r>
            <a:endParaRPr lang="ko-KR" altLang="en-US" sz="1200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996BF7B-17B3-4333-89A5-33BEBF1BE3A9}"/>
              </a:ext>
            </a:extLst>
          </p:cNvPr>
          <p:cNvSpPr txBox="1"/>
          <p:nvPr/>
        </p:nvSpPr>
        <p:spPr>
          <a:xfrm>
            <a:off x="5298827" y="5898783"/>
            <a:ext cx="2924198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50" b="1" dirty="0" err="1"/>
              <a:t>PlanX</a:t>
            </a:r>
            <a:r>
              <a:rPr lang="ko-KR" altLang="en-US" sz="1050" b="1" dirty="0"/>
              <a:t> </a:t>
            </a:r>
            <a:r>
              <a:rPr lang="en-US" altLang="ko-KR" sz="1050" b="1" dirty="0"/>
              <a:t>Global</a:t>
            </a:r>
            <a:r>
              <a:rPr lang="ko-KR" altLang="en-US" sz="1050" b="1" dirty="0"/>
              <a:t> </a:t>
            </a:r>
            <a:r>
              <a:rPr lang="en-US" altLang="ko-KR" sz="1050" b="1" dirty="0" err="1"/>
              <a:t>Co.,LTD</a:t>
            </a:r>
            <a:br>
              <a:rPr lang="en-US" altLang="ko-KR" sz="1050" dirty="0"/>
            </a:br>
            <a:r>
              <a:rPr lang="en-US" altLang="ko-KR" sz="1050" dirty="0"/>
              <a:t>#181,68,</a:t>
            </a:r>
            <a:r>
              <a:rPr lang="ko-KR" altLang="en-US" sz="1050" dirty="0"/>
              <a:t> </a:t>
            </a:r>
            <a:r>
              <a:rPr lang="en-US" altLang="ko-KR" sz="1050" dirty="0" err="1"/>
              <a:t>Bongeunsa-ro</a:t>
            </a:r>
            <a:r>
              <a:rPr lang="ko-KR" altLang="en-US" sz="1050" dirty="0"/>
              <a:t> </a:t>
            </a:r>
            <a:r>
              <a:rPr lang="en-US" altLang="ko-KR" sz="1050" dirty="0"/>
              <a:t>30-gil,</a:t>
            </a:r>
            <a:r>
              <a:rPr lang="ko-KR" altLang="en-US" sz="1050" dirty="0"/>
              <a:t> </a:t>
            </a:r>
            <a:r>
              <a:rPr lang="en-US" altLang="ko-KR" sz="1050" dirty="0"/>
              <a:t>Gangnam-</a:t>
            </a:r>
            <a:r>
              <a:rPr lang="en-US" altLang="ko-KR" sz="1050" dirty="0" err="1"/>
              <a:t>gu</a:t>
            </a:r>
            <a:r>
              <a:rPr lang="en-US" altLang="ko-KR" sz="1050" dirty="0"/>
              <a:t>,</a:t>
            </a:r>
            <a:r>
              <a:rPr lang="ko-KR" altLang="en-US" sz="1050" dirty="0"/>
              <a:t> </a:t>
            </a:r>
            <a:r>
              <a:rPr lang="en-US" altLang="ko-KR" sz="1050" dirty="0"/>
              <a:t>Seoul</a:t>
            </a:r>
            <a:endParaRPr lang="ko-KR" altLang="en-US" sz="1050" dirty="0"/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F5439826-7582-4179-8B65-F4C25E1B9C03}"/>
              </a:ext>
            </a:extLst>
          </p:cNvPr>
          <p:cNvSpPr/>
          <p:nvPr/>
        </p:nvSpPr>
        <p:spPr>
          <a:xfrm>
            <a:off x="8031195" y="6031129"/>
            <a:ext cx="1112805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100" dirty="0"/>
              <a:t>(</a:t>
            </a:r>
            <a:r>
              <a:rPr lang="en-US" altLang="ko-KR" sz="1100" dirty="0" err="1"/>
              <a:t>Yeoksam</a:t>
            </a:r>
            <a:r>
              <a:rPr lang="en-US" altLang="ko-KR" sz="1100" dirty="0"/>
              <a:t>-dong)</a:t>
            </a:r>
            <a:endParaRPr lang="ko-KR" altLang="en-US" sz="11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2EDBFD0-35AD-46B7-9B51-336D839BE984}"/>
              </a:ext>
            </a:extLst>
          </p:cNvPr>
          <p:cNvSpPr txBox="1"/>
          <p:nvPr/>
        </p:nvSpPr>
        <p:spPr>
          <a:xfrm>
            <a:off x="1219573" y="880289"/>
            <a:ext cx="58156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/>
              <a:t>Front</a:t>
            </a:r>
            <a:br>
              <a:rPr lang="en-US" altLang="ko-KR" sz="1400" b="1" dirty="0"/>
            </a:br>
            <a:endParaRPr lang="ko-KR" altLang="en-US" sz="14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61CFE4-0F20-4ED9-8B07-250BF0EF2E3F}"/>
              </a:ext>
            </a:extLst>
          </p:cNvPr>
          <p:cNvSpPr txBox="1"/>
          <p:nvPr/>
        </p:nvSpPr>
        <p:spPr>
          <a:xfrm>
            <a:off x="5575450" y="910099"/>
            <a:ext cx="53572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/>
              <a:t>Back</a:t>
            </a:r>
            <a:br>
              <a:rPr lang="en-US" altLang="ko-KR" sz="1400" b="1" dirty="0"/>
            </a:br>
            <a:endParaRPr lang="ko-KR" altLang="en-US" sz="1400" b="1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B3580B23-08DF-4B14-A19F-91F614EF6359}"/>
              </a:ext>
            </a:extLst>
          </p:cNvPr>
          <p:cNvSpPr txBox="1"/>
          <p:nvPr/>
        </p:nvSpPr>
        <p:spPr>
          <a:xfrm>
            <a:off x="1238341" y="4116149"/>
            <a:ext cx="58156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/>
              <a:t>Front</a:t>
            </a:r>
            <a:br>
              <a:rPr lang="en-US" altLang="ko-KR" sz="1400" b="1" dirty="0"/>
            </a:br>
            <a:endParaRPr lang="ko-KR" altLang="en-US" sz="1400" b="1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357CD797-A02C-47FC-8061-13EFA09060EE}"/>
              </a:ext>
            </a:extLst>
          </p:cNvPr>
          <p:cNvSpPr txBox="1"/>
          <p:nvPr/>
        </p:nvSpPr>
        <p:spPr>
          <a:xfrm>
            <a:off x="5594218" y="4145959"/>
            <a:ext cx="53572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/>
              <a:t>Back</a:t>
            </a:r>
            <a:br>
              <a:rPr lang="en-US" altLang="ko-KR" sz="1400" b="1" dirty="0"/>
            </a:br>
            <a:endParaRPr lang="ko-KR" altLang="en-US" sz="1400" b="1" dirty="0"/>
          </a:p>
        </p:txBody>
      </p:sp>
      <p:pic>
        <p:nvPicPr>
          <p:cNvPr id="26" name="그림 25">
            <a:extLst>
              <a:ext uri="{FF2B5EF4-FFF2-40B4-BE49-F238E27FC236}">
                <a16:creationId xmlns:a16="http://schemas.microsoft.com/office/drawing/2014/main" id="{38C0D811-6DE0-47CA-9809-C51369A83CA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2853" r="16027"/>
          <a:stretch/>
        </p:blipFill>
        <p:spPr>
          <a:xfrm>
            <a:off x="493964" y="1511627"/>
            <a:ext cx="2376332" cy="970527"/>
          </a:xfrm>
          <a:prstGeom prst="rect">
            <a:avLst/>
          </a:prstGeom>
        </p:spPr>
      </p:pic>
      <p:pic>
        <p:nvPicPr>
          <p:cNvPr id="27" name="그림 26">
            <a:extLst>
              <a:ext uri="{FF2B5EF4-FFF2-40B4-BE49-F238E27FC236}">
                <a16:creationId xmlns:a16="http://schemas.microsoft.com/office/drawing/2014/main" id="{9A3D4683-FCF9-4772-874E-BA8A1511359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2853" r="16027"/>
          <a:stretch/>
        </p:blipFill>
        <p:spPr>
          <a:xfrm>
            <a:off x="493964" y="4721728"/>
            <a:ext cx="2376332" cy="970527"/>
          </a:xfrm>
          <a:prstGeom prst="rect">
            <a:avLst/>
          </a:prstGeom>
        </p:spPr>
      </p:pic>
      <p:pic>
        <p:nvPicPr>
          <p:cNvPr id="28" name="그림 27">
            <a:extLst>
              <a:ext uri="{FF2B5EF4-FFF2-40B4-BE49-F238E27FC236}">
                <a16:creationId xmlns:a16="http://schemas.microsoft.com/office/drawing/2014/main" id="{C9E50373-242C-4883-9A21-B0D1C120774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2853" r="16027"/>
          <a:stretch/>
        </p:blipFill>
        <p:spPr>
          <a:xfrm>
            <a:off x="4402268" y="1482230"/>
            <a:ext cx="2376332" cy="970527"/>
          </a:xfrm>
          <a:prstGeom prst="rect">
            <a:avLst/>
          </a:prstGeom>
        </p:spPr>
      </p:pic>
      <p:pic>
        <p:nvPicPr>
          <p:cNvPr id="29" name="그림 28">
            <a:extLst>
              <a:ext uri="{FF2B5EF4-FFF2-40B4-BE49-F238E27FC236}">
                <a16:creationId xmlns:a16="http://schemas.microsoft.com/office/drawing/2014/main" id="{4BE02F10-00D1-48EF-AF09-8668CEA17CC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2853" r="16027"/>
          <a:stretch/>
        </p:blipFill>
        <p:spPr>
          <a:xfrm>
            <a:off x="4515575" y="4659312"/>
            <a:ext cx="2376332" cy="970527"/>
          </a:xfrm>
          <a:prstGeom prst="rect">
            <a:avLst/>
          </a:prstGeom>
        </p:spPr>
      </p:pic>
      <p:sp>
        <p:nvSpPr>
          <p:cNvPr id="33" name="직사각형 32">
            <a:extLst>
              <a:ext uri="{FF2B5EF4-FFF2-40B4-BE49-F238E27FC236}">
                <a16:creationId xmlns:a16="http://schemas.microsoft.com/office/drawing/2014/main" id="{70DD14AA-3644-4163-BD98-5E80AA429AAF}"/>
              </a:ext>
            </a:extLst>
          </p:cNvPr>
          <p:cNvSpPr/>
          <p:nvPr/>
        </p:nvSpPr>
        <p:spPr>
          <a:xfrm>
            <a:off x="1284761" y="5590980"/>
            <a:ext cx="2329631" cy="9002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100" b="1" dirty="0">
                <a:latin typeface="+mn-ea"/>
              </a:rPr>
              <a:t>Director: Eunjoo Kim </a:t>
            </a:r>
            <a:br>
              <a:rPr lang="en-US" altLang="ko-KR" sz="1050" dirty="0"/>
            </a:br>
            <a:r>
              <a:rPr lang="ko-KR" altLang="en-US" sz="1050" dirty="0"/>
              <a:t>한국디지털대학 사무총장</a:t>
            </a:r>
            <a:br>
              <a:rPr lang="en-US" altLang="ko-KR" sz="1050" dirty="0"/>
            </a:br>
            <a:r>
              <a:rPr lang="en-US" altLang="ko-KR" sz="1050" dirty="0"/>
              <a:t>AI </a:t>
            </a:r>
            <a:r>
              <a:rPr lang="ko-KR" altLang="en-US" sz="1050" dirty="0"/>
              <a:t>휴먼 북스 </a:t>
            </a:r>
            <a:r>
              <a:rPr lang="en-US" altLang="ko-KR" sz="1050" dirty="0"/>
              <a:t>. </a:t>
            </a:r>
            <a:r>
              <a:rPr lang="ko-KR" altLang="en-US" sz="1050" dirty="0"/>
              <a:t>작가</a:t>
            </a:r>
            <a:br>
              <a:rPr lang="en-US" altLang="ko-KR" sz="1050" dirty="0"/>
            </a:br>
            <a:r>
              <a:rPr lang="en-US" altLang="ko-KR" sz="1050" dirty="0"/>
              <a:t>Email: amwing2000@gmail.com </a:t>
            </a:r>
          </a:p>
          <a:p>
            <a:r>
              <a:rPr lang="en-US" altLang="ko-KR" sz="1050" dirty="0"/>
              <a:t>Phone Number: (+82)010-9289-0746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730D13FE-7AE0-4788-868B-55DFD1B36399}"/>
              </a:ext>
            </a:extLst>
          </p:cNvPr>
          <p:cNvSpPr/>
          <p:nvPr/>
        </p:nvSpPr>
        <p:spPr>
          <a:xfrm>
            <a:off x="1220150" y="625533"/>
            <a:ext cx="120257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1400" b="1" dirty="0"/>
              <a:t>회장 현 봉자 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663CE770-E59A-46C3-83A1-46798FD86926}"/>
              </a:ext>
            </a:extLst>
          </p:cNvPr>
          <p:cNvSpPr/>
          <p:nvPr/>
        </p:nvSpPr>
        <p:spPr>
          <a:xfrm>
            <a:off x="1218455" y="3798229"/>
            <a:ext cx="132600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b="1" dirty="0"/>
              <a:t>Eunjoo Kim </a:t>
            </a:r>
            <a:endParaRPr lang="ko-KR" altLang="en-US" b="1" dirty="0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7DE0D8AE-F70B-42A6-825E-A7E7CB05EDE9}"/>
              </a:ext>
            </a:extLst>
          </p:cNvPr>
          <p:cNvSpPr/>
          <p:nvPr/>
        </p:nvSpPr>
        <p:spPr>
          <a:xfrm>
            <a:off x="1259935" y="2452757"/>
            <a:ext cx="2542684" cy="88485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1050" b="1" dirty="0"/>
              <a:t>사랑과 나눔 센터 회장 현 봉자 </a:t>
            </a:r>
            <a:br>
              <a:rPr lang="en-US" altLang="ko-KR" sz="1050" b="1" dirty="0"/>
            </a:br>
            <a:br>
              <a:rPr lang="en-US" altLang="ko-KR" sz="1050" b="1" dirty="0"/>
            </a:br>
            <a:r>
              <a:rPr lang="ko-KR" altLang="en-US" sz="1050" dirty="0"/>
              <a:t>충남 부여군 임천면 성흥로 </a:t>
            </a:r>
            <a:r>
              <a:rPr lang="en-US" altLang="ko-KR" sz="1050" dirty="0"/>
              <a:t>119</a:t>
            </a:r>
            <a:r>
              <a:rPr lang="ko-KR" altLang="en-US" sz="1050" dirty="0"/>
              <a:t>번길 </a:t>
            </a:r>
            <a:r>
              <a:rPr lang="en-US" altLang="ko-KR" sz="1050" dirty="0"/>
              <a:t>60-3</a:t>
            </a:r>
            <a:br>
              <a:rPr lang="en-US" altLang="ko-KR" sz="1050" dirty="0"/>
            </a:br>
            <a:r>
              <a:rPr lang="en-US" altLang="ko-KR" sz="1000" dirty="0"/>
              <a:t>www.youtube.com/@</a:t>
            </a:r>
            <a:r>
              <a:rPr lang="ko-KR" altLang="en-US" sz="1000" dirty="0"/>
              <a:t>부여봉자언니</a:t>
            </a:r>
            <a:r>
              <a:rPr lang="en-US" altLang="ko-KR" sz="1000" dirty="0"/>
              <a:t>_tv</a:t>
            </a:r>
            <a:br>
              <a:rPr lang="en-US" altLang="ko-KR" sz="1000" dirty="0"/>
            </a:br>
            <a:r>
              <a:rPr lang="en-US" altLang="ko-KR" sz="1000" dirty="0"/>
              <a:t>Phone Number: (+82)010-5448-5616</a:t>
            </a:r>
            <a:endParaRPr lang="ko-KR" altLang="en-US" sz="1050" dirty="0"/>
          </a:p>
        </p:txBody>
      </p:sp>
    </p:spTree>
    <p:extLst>
      <p:ext uri="{BB962C8B-B14F-4D97-AF65-F5344CB8AC3E}">
        <p14:creationId xmlns:p14="http://schemas.microsoft.com/office/powerpoint/2010/main" val="2286743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93</TotalTime>
  <Words>273</Words>
  <Application>Microsoft Office PowerPoint</Application>
  <PresentationFormat>화면 슬라이드 쇼(4:3)</PresentationFormat>
  <Paragraphs>41</Paragraphs>
  <Slides>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10" baseType="lpstr">
      <vt:lpstr>맑은 고딕</vt:lpstr>
      <vt:lpstr>푸른전남 Medium</vt:lpstr>
      <vt:lpstr>Arial</vt:lpstr>
      <vt:lpstr>Calibri</vt:lpstr>
      <vt:lpstr>Calibri Light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ChongChongSaigon</dc:creator>
  <cp:lastModifiedBy>ChongChongSaigon</cp:lastModifiedBy>
  <cp:revision>4</cp:revision>
  <dcterms:created xsi:type="dcterms:W3CDTF">2025-11-21T06:08:57Z</dcterms:created>
  <dcterms:modified xsi:type="dcterms:W3CDTF">2025-11-21T07:42:23Z</dcterms:modified>
</cp:coreProperties>
</file>