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59" r:id="rId4"/>
    <p:sldId id="262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14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d6c346e2b31004c6" providerId="LiveId" clId="{C91A3559-9F0D-4BE9-B22D-98C29200E981}"/>
    <pc:docChg chg="custSel addSld delSld modSld sldOrd">
      <pc:chgData name="" userId="d6c346e2b31004c6" providerId="LiveId" clId="{C91A3559-9F0D-4BE9-B22D-98C29200E981}" dt="2025-11-23T04:58:52.648" v="208" actId="2696"/>
      <pc:docMkLst>
        <pc:docMk/>
      </pc:docMkLst>
      <pc:sldChg chg="addSp modSp del">
        <pc:chgData name="" userId="d6c346e2b31004c6" providerId="LiveId" clId="{C91A3559-9F0D-4BE9-B22D-98C29200E981}" dt="2025-11-23T04:58:52.648" v="208" actId="2696"/>
        <pc:sldMkLst>
          <pc:docMk/>
          <pc:sldMk cId="228674350" sldId="257"/>
        </pc:sldMkLst>
        <pc:spChg chg="add mod">
          <ac:chgData name="" userId="d6c346e2b31004c6" providerId="LiveId" clId="{C91A3559-9F0D-4BE9-B22D-98C29200E981}" dt="2025-11-23T04:46:30.601" v="103" actId="1076"/>
          <ac:spMkLst>
            <pc:docMk/>
            <pc:sldMk cId="228674350" sldId="257"/>
            <ac:spMk id="5" creationId="{9C0D535F-4EB7-4DB1-8128-DB03806C7D95}"/>
          </ac:spMkLst>
        </pc:spChg>
        <pc:spChg chg="mod">
          <ac:chgData name="" userId="d6c346e2b31004c6" providerId="LiveId" clId="{C91A3559-9F0D-4BE9-B22D-98C29200E981}" dt="2025-11-23T04:49:29.038" v="143" actId="6549"/>
          <ac:spMkLst>
            <pc:docMk/>
            <pc:sldMk cId="228674350" sldId="257"/>
            <ac:spMk id="23" creationId="{7DE0D8AE-F70B-42A6-825E-A7E7CB05EDE9}"/>
          </ac:spMkLst>
        </pc:spChg>
        <pc:spChg chg="mod">
          <ac:chgData name="" userId="d6c346e2b31004c6" providerId="LiveId" clId="{C91A3559-9F0D-4BE9-B22D-98C29200E981}" dt="2025-11-23T04:46:24.640" v="101" actId="1076"/>
          <ac:spMkLst>
            <pc:docMk/>
            <pc:sldMk cId="228674350" sldId="257"/>
            <ac:spMk id="32" creationId="{869B957E-E66D-42FD-B337-0B1B661FBD9C}"/>
          </ac:spMkLst>
        </pc:spChg>
        <pc:spChg chg="mod">
          <ac:chgData name="" userId="d6c346e2b31004c6" providerId="LiveId" clId="{C91A3559-9F0D-4BE9-B22D-98C29200E981}" dt="2025-11-23T04:47:30.099" v="128" actId="20577"/>
          <ac:spMkLst>
            <pc:docMk/>
            <pc:sldMk cId="228674350" sldId="257"/>
            <ac:spMk id="33" creationId="{70DD14AA-3644-4163-BD98-5E80AA429AAF}"/>
          </ac:spMkLst>
        </pc:spChg>
        <pc:spChg chg="mod">
          <ac:chgData name="" userId="d6c346e2b31004c6" providerId="LiveId" clId="{C91A3559-9F0D-4BE9-B22D-98C29200E981}" dt="2025-11-23T04:46:24.640" v="101" actId="1076"/>
          <ac:spMkLst>
            <pc:docMk/>
            <pc:sldMk cId="228674350" sldId="257"/>
            <ac:spMk id="34" creationId="{799F54F6-411B-4168-AAA9-7C817959DBF9}"/>
          </ac:spMkLst>
        </pc:spChg>
        <pc:spChg chg="mod">
          <ac:chgData name="" userId="d6c346e2b31004c6" providerId="LiveId" clId="{C91A3559-9F0D-4BE9-B22D-98C29200E981}" dt="2025-11-23T04:46:24.640" v="101" actId="1076"/>
          <ac:spMkLst>
            <pc:docMk/>
            <pc:sldMk cId="228674350" sldId="257"/>
            <ac:spMk id="35" creationId="{8996BF7B-17B3-4333-89A5-33BEBF1BE3A9}"/>
          </ac:spMkLst>
        </pc:spChg>
        <pc:spChg chg="mod">
          <ac:chgData name="" userId="d6c346e2b31004c6" providerId="LiveId" clId="{C91A3559-9F0D-4BE9-B22D-98C29200E981}" dt="2025-11-23T04:46:24.640" v="101" actId="1076"/>
          <ac:spMkLst>
            <pc:docMk/>
            <pc:sldMk cId="228674350" sldId="257"/>
            <ac:spMk id="36" creationId="{F5439826-7582-4179-8B65-F4C25E1B9C03}"/>
          </ac:spMkLst>
        </pc:spChg>
      </pc:sldChg>
      <pc:sldChg chg="modSp">
        <pc:chgData name="" userId="d6c346e2b31004c6" providerId="LiveId" clId="{C91A3559-9F0D-4BE9-B22D-98C29200E981}" dt="2025-11-23T04:58:24.556" v="207" actId="20577"/>
        <pc:sldMkLst>
          <pc:docMk/>
          <pc:sldMk cId="986162187" sldId="259"/>
        </pc:sldMkLst>
        <pc:spChg chg="mod">
          <ac:chgData name="" userId="d6c346e2b31004c6" providerId="LiveId" clId="{C91A3559-9F0D-4BE9-B22D-98C29200E981}" dt="2025-11-23T04:48:19.065" v="141" actId="20577"/>
          <ac:spMkLst>
            <pc:docMk/>
            <pc:sldMk cId="986162187" sldId="259"/>
            <ac:spMk id="25" creationId="{966EFF45-815D-4614-B9F3-F3E2566F417C}"/>
          </ac:spMkLst>
        </pc:spChg>
        <pc:spChg chg="mod">
          <ac:chgData name="" userId="d6c346e2b31004c6" providerId="LiveId" clId="{C91A3559-9F0D-4BE9-B22D-98C29200E981}" dt="2025-11-23T04:58:24.556" v="207" actId="20577"/>
          <ac:spMkLst>
            <pc:docMk/>
            <pc:sldMk cId="986162187" sldId="259"/>
            <ac:spMk id="38" creationId="{818CC068-16DF-4AB5-9850-14B30E177149}"/>
          </ac:spMkLst>
        </pc:spChg>
      </pc:sldChg>
      <pc:sldChg chg="addSp delSp modSp">
        <pc:chgData name="" userId="d6c346e2b31004c6" providerId="LiveId" clId="{C91A3559-9F0D-4BE9-B22D-98C29200E981}" dt="2025-11-23T04:44:31.625" v="88" actId="478"/>
        <pc:sldMkLst>
          <pc:docMk/>
          <pc:sldMk cId="2134257063" sldId="260"/>
        </pc:sldMkLst>
        <pc:spChg chg="add del mod">
          <ac:chgData name="" userId="d6c346e2b31004c6" providerId="LiveId" clId="{C91A3559-9F0D-4BE9-B22D-98C29200E981}" dt="2025-11-23T04:44:31.625" v="88" actId="478"/>
          <ac:spMkLst>
            <pc:docMk/>
            <pc:sldMk cId="2134257063" sldId="260"/>
            <ac:spMk id="2" creationId="{DC0BCD09-87A0-4BE3-AED1-50FD836F8454}"/>
          </ac:spMkLst>
        </pc:spChg>
        <pc:spChg chg="mod">
          <ac:chgData name="" userId="d6c346e2b31004c6" providerId="LiveId" clId="{C91A3559-9F0D-4BE9-B22D-98C29200E981}" dt="2025-11-23T04:44:04.602" v="86" actId="2711"/>
          <ac:spMkLst>
            <pc:docMk/>
            <pc:sldMk cId="2134257063" sldId="260"/>
            <ac:spMk id="26" creationId="{796ED6BB-7206-4CBA-98BB-12E9E5CF9335}"/>
          </ac:spMkLst>
        </pc:spChg>
        <pc:spChg chg="mod">
          <ac:chgData name="" userId="d6c346e2b31004c6" providerId="LiveId" clId="{C91A3559-9F0D-4BE9-B22D-98C29200E981}" dt="2025-11-23T04:43:52.249" v="85" actId="2711"/>
          <ac:spMkLst>
            <pc:docMk/>
            <pc:sldMk cId="2134257063" sldId="260"/>
            <ac:spMk id="27" creationId="{803090C3-8055-4FCB-A788-8F8B73E52F2B}"/>
          </ac:spMkLst>
        </pc:spChg>
        <pc:spChg chg="mod">
          <ac:chgData name="" userId="d6c346e2b31004c6" providerId="LiveId" clId="{C91A3559-9F0D-4BE9-B22D-98C29200E981}" dt="2025-11-23T04:40:19.689" v="5" actId="1076"/>
          <ac:spMkLst>
            <pc:docMk/>
            <pc:sldMk cId="2134257063" sldId="260"/>
            <ac:spMk id="41" creationId="{23D1D4B3-A31E-471C-B17E-0101CFCCA982}"/>
          </ac:spMkLst>
        </pc:spChg>
        <pc:picChg chg="mod">
          <ac:chgData name="" userId="d6c346e2b31004c6" providerId="LiveId" clId="{C91A3559-9F0D-4BE9-B22D-98C29200E981}" dt="2025-11-23T04:40:19.689" v="5" actId="1076"/>
          <ac:picMkLst>
            <pc:docMk/>
            <pc:sldMk cId="2134257063" sldId="260"/>
            <ac:picMk id="3" creationId="{21200587-1FE2-4D88-9071-E3079B3A7D1A}"/>
          </ac:picMkLst>
        </pc:picChg>
        <pc:picChg chg="add del mod">
          <ac:chgData name="" userId="d6c346e2b31004c6" providerId="LiveId" clId="{C91A3559-9F0D-4BE9-B22D-98C29200E981}" dt="2025-11-23T04:44:28.565" v="87" actId="478"/>
          <ac:picMkLst>
            <pc:docMk/>
            <pc:sldMk cId="2134257063" sldId="260"/>
            <ac:picMk id="5" creationId="{061ACF21-80E6-4F03-B6CD-C40B6474479A}"/>
          </ac:picMkLst>
        </pc:picChg>
        <pc:picChg chg="del">
          <ac:chgData name="" userId="d6c346e2b31004c6" providerId="LiveId" clId="{C91A3559-9F0D-4BE9-B22D-98C29200E981}" dt="2025-11-23T04:44:28.565" v="87" actId="478"/>
          <ac:picMkLst>
            <pc:docMk/>
            <pc:sldMk cId="2134257063" sldId="260"/>
            <ac:picMk id="28" creationId="{545A173E-2FB2-4EEE-89AB-018D04BAC38C}"/>
          </ac:picMkLst>
        </pc:picChg>
        <pc:cxnChg chg="mod">
          <ac:chgData name="" userId="d6c346e2b31004c6" providerId="LiveId" clId="{C91A3559-9F0D-4BE9-B22D-98C29200E981}" dt="2025-11-23T04:40:19.689" v="5" actId="1076"/>
          <ac:cxnSpMkLst>
            <pc:docMk/>
            <pc:sldMk cId="2134257063" sldId="260"/>
            <ac:cxnSpMk id="18" creationId="{520613AB-231E-49DA-9542-AC39B4744140}"/>
          </ac:cxnSpMkLst>
        </pc:cxnChg>
      </pc:sldChg>
      <pc:sldChg chg="delSp modSp ord">
        <pc:chgData name="" userId="d6c346e2b31004c6" providerId="LiveId" clId="{C91A3559-9F0D-4BE9-B22D-98C29200E981}" dt="2025-11-23T04:44:37.641" v="89"/>
        <pc:sldMkLst>
          <pc:docMk/>
          <pc:sldMk cId="4164702812" sldId="261"/>
        </pc:sldMkLst>
        <pc:spChg chg="mod">
          <ac:chgData name="" userId="d6c346e2b31004c6" providerId="LiveId" clId="{C91A3559-9F0D-4BE9-B22D-98C29200E981}" dt="2025-11-23T04:42:42.656" v="84" actId="403"/>
          <ac:spMkLst>
            <pc:docMk/>
            <pc:sldMk cId="4164702812" sldId="261"/>
            <ac:spMk id="23" creationId="{A2CCD931-A624-496A-A7E7-35E96ACED122}"/>
          </ac:spMkLst>
        </pc:spChg>
        <pc:spChg chg="del">
          <ac:chgData name="" userId="d6c346e2b31004c6" providerId="LiveId" clId="{C91A3559-9F0D-4BE9-B22D-98C29200E981}" dt="2025-11-23T04:42:33.600" v="81" actId="478"/>
          <ac:spMkLst>
            <pc:docMk/>
            <pc:sldMk cId="4164702812" sldId="261"/>
            <ac:spMk id="24" creationId="{434F85D1-64A0-47DD-AA8A-C4EFCC700187}"/>
          </ac:spMkLst>
        </pc:spChg>
        <pc:spChg chg="del">
          <ac:chgData name="" userId="d6c346e2b31004c6" providerId="LiveId" clId="{C91A3559-9F0D-4BE9-B22D-98C29200E981}" dt="2025-11-23T04:42:24.259" v="79" actId="478"/>
          <ac:spMkLst>
            <pc:docMk/>
            <pc:sldMk cId="4164702812" sldId="261"/>
            <ac:spMk id="26" creationId="{B2420BD9-546E-4F7E-820A-60E1A2F55546}"/>
          </ac:spMkLst>
        </pc:spChg>
        <pc:spChg chg="del">
          <ac:chgData name="" userId="d6c346e2b31004c6" providerId="LiveId" clId="{C91A3559-9F0D-4BE9-B22D-98C29200E981}" dt="2025-11-23T04:42:31.800" v="80" actId="478"/>
          <ac:spMkLst>
            <pc:docMk/>
            <pc:sldMk cId="4164702812" sldId="261"/>
            <ac:spMk id="27" creationId="{D70029E4-0ED2-4935-ABF9-90AC49185E17}"/>
          </ac:spMkLst>
        </pc:spChg>
      </pc:sldChg>
      <pc:sldChg chg="addSp delSp modSp add">
        <pc:chgData name="" userId="d6c346e2b31004c6" providerId="LiveId" clId="{C91A3559-9F0D-4BE9-B22D-98C29200E981}" dt="2025-11-23T04:58:16.888" v="203" actId="20577"/>
        <pc:sldMkLst>
          <pc:docMk/>
          <pc:sldMk cId="994250340" sldId="262"/>
        </pc:sldMkLst>
        <pc:spChg chg="add mod">
          <ac:chgData name="" userId="d6c346e2b31004c6" providerId="LiveId" clId="{C91A3559-9F0D-4BE9-B22D-98C29200E981}" dt="2025-11-23T04:57:48.405" v="194" actId="1076"/>
          <ac:spMkLst>
            <pc:docMk/>
            <pc:sldMk cId="994250340" sldId="262"/>
            <ac:spMk id="2" creationId="{B515B6D0-9AFF-43C5-82E5-EEED4E66B5B1}"/>
          </ac:spMkLst>
        </pc:spChg>
        <pc:spChg chg="add mod">
          <ac:chgData name="" userId="d6c346e2b31004c6" providerId="LiveId" clId="{C91A3559-9F0D-4BE9-B22D-98C29200E981}" dt="2025-11-23T04:56:47.325" v="182" actId="1076"/>
          <ac:spMkLst>
            <pc:docMk/>
            <pc:sldMk cId="994250340" sldId="262"/>
            <ac:spMk id="23" creationId="{9EC1575D-7E68-466E-8ED8-8466E22C8A50}"/>
          </ac:spMkLst>
        </pc:spChg>
        <pc:spChg chg="add">
          <ac:chgData name="" userId="d6c346e2b31004c6" providerId="LiveId" clId="{C91A3559-9F0D-4BE9-B22D-98C29200E981}" dt="2025-11-23T04:53:38.685" v="159"/>
          <ac:spMkLst>
            <pc:docMk/>
            <pc:sldMk cId="994250340" sldId="262"/>
            <ac:spMk id="24" creationId="{4A70052C-BF04-456D-91BA-99ACBFCDD292}"/>
          </ac:spMkLst>
        </pc:spChg>
        <pc:spChg chg="mod">
          <ac:chgData name="" userId="d6c346e2b31004c6" providerId="LiveId" clId="{C91A3559-9F0D-4BE9-B22D-98C29200E981}" dt="2025-11-23T04:57:18.847" v="188" actId="6549"/>
          <ac:spMkLst>
            <pc:docMk/>
            <pc:sldMk cId="994250340" sldId="262"/>
            <ac:spMk id="25" creationId="{966EFF45-815D-4614-B9F3-F3E2566F417C}"/>
          </ac:spMkLst>
        </pc:spChg>
        <pc:spChg chg="add mod">
          <ac:chgData name="" userId="d6c346e2b31004c6" providerId="LiveId" clId="{C91A3559-9F0D-4BE9-B22D-98C29200E981}" dt="2025-11-23T04:57:36.998" v="189" actId="1076"/>
          <ac:spMkLst>
            <pc:docMk/>
            <pc:sldMk cId="994250340" sldId="262"/>
            <ac:spMk id="26" creationId="{6F534919-9882-4E55-83D3-1390C04EECD3}"/>
          </ac:spMkLst>
        </pc:spChg>
        <pc:spChg chg="add del mod">
          <ac:chgData name="" userId="d6c346e2b31004c6" providerId="LiveId" clId="{C91A3559-9F0D-4BE9-B22D-98C29200E981}" dt="2025-11-23T04:55:04.895" v="171" actId="478"/>
          <ac:spMkLst>
            <pc:docMk/>
            <pc:sldMk cId="994250340" sldId="262"/>
            <ac:spMk id="27" creationId="{49DE6311-A283-46B7-8F91-818122E0C52E}"/>
          </ac:spMkLst>
        </pc:spChg>
        <pc:spChg chg="mod">
          <ac:chgData name="" userId="d6c346e2b31004c6" providerId="LiveId" clId="{C91A3559-9F0D-4BE9-B22D-98C29200E981}" dt="2025-11-23T04:58:16.888" v="203" actId="20577"/>
          <ac:spMkLst>
            <pc:docMk/>
            <pc:sldMk cId="994250340" sldId="262"/>
            <ac:spMk id="38" creationId="{818CC068-16DF-4AB5-9850-14B30E177149}"/>
          </ac:spMkLst>
        </pc:spChg>
        <pc:picChg chg="mod">
          <ac:chgData name="" userId="d6c346e2b31004c6" providerId="LiveId" clId="{C91A3559-9F0D-4BE9-B22D-98C29200E981}" dt="2025-11-23T04:56:47.325" v="182" actId="1076"/>
          <ac:picMkLst>
            <pc:docMk/>
            <pc:sldMk cId="994250340" sldId="262"/>
            <ac:picMk id="29" creationId="{91BFE737-5BB5-4407-8704-871699D6750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568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13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22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574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981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24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1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906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00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576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08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35EF4-10A5-4021-90D8-384D9FCB2BE0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9B1AA-8EF9-47E4-8EC1-D039F7CEA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688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4EAC522-5B36-4EDF-8F5D-FB7D4549EEEE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4695714" y="2377158"/>
            <a:ext cx="0" cy="2836852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767800-EF56-4F3B-9492-96646B220899}"/>
              </a:ext>
            </a:extLst>
          </p:cNvPr>
          <p:cNvSpPr/>
          <p:nvPr/>
        </p:nvSpPr>
        <p:spPr>
          <a:xfrm>
            <a:off x="2054711" y="2377158"/>
            <a:ext cx="5282005" cy="2836852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11B5D11-E11A-4335-97ED-015C008198E1}"/>
              </a:ext>
            </a:extLst>
          </p:cNvPr>
          <p:cNvCxnSpPr/>
          <p:nvPr/>
        </p:nvCxnSpPr>
        <p:spPr>
          <a:xfrm>
            <a:off x="7336715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BEB507B-F3BC-4C19-A063-0B2FF1B210DD}"/>
              </a:ext>
            </a:extLst>
          </p:cNvPr>
          <p:cNvCxnSpPr/>
          <p:nvPr/>
        </p:nvCxnSpPr>
        <p:spPr>
          <a:xfrm>
            <a:off x="7336715" y="2377158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6DA907-B93F-42F7-BE9E-A6113EDE1B11}"/>
              </a:ext>
            </a:extLst>
          </p:cNvPr>
          <p:cNvCxnSpPr/>
          <p:nvPr/>
        </p:nvCxnSpPr>
        <p:spPr>
          <a:xfrm>
            <a:off x="2054709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85DA990-FA37-4063-A0FC-F8CC3C014849}"/>
              </a:ext>
            </a:extLst>
          </p:cNvPr>
          <p:cNvCxnSpPr/>
          <p:nvPr/>
        </p:nvCxnSpPr>
        <p:spPr>
          <a:xfrm flipH="1">
            <a:off x="1699708" y="2387130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2E8B8F4-A6F7-4F93-9DFA-0D2022A7C1AC}"/>
              </a:ext>
            </a:extLst>
          </p:cNvPr>
          <p:cNvCxnSpPr>
            <a:cxnSpLocks/>
          </p:cNvCxnSpPr>
          <p:nvPr/>
        </p:nvCxnSpPr>
        <p:spPr>
          <a:xfrm>
            <a:off x="2054709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20613AB-231E-49DA-9542-AC39B4744140}"/>
              </a:ext>
            </a:extLst>
          </p:cNvPr>
          <p:cNvCxnSpPr/>
          <p:nvPr/>
        </p:nvCxnSpPr>
        <p:spPr>
          <a:xfrm flipH="1">
            <a:off x="1683799" y="5004294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C47F179-C61F-42BE-8C25-B5B93168BF00}"/>
              </a:ext>
            </a:extLst>
          </p:cNvPr>
          <p:cNvCxnSpPr/>
          <p:nvPr/>
        </p:nvCxnSpPr>
        <p:spPr>
          <a:xfrm>
            <a:off x="7336715" y="5206701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3CBB8CA-7242-4259-86F5-C4291B9C3D04}"/>
              </a:ext>
            </a:extLst>
          </p:cNvPr>
          <p:cNvCxnSpPr/>
          <p:nvPr/>
        </p:nvCxnSpPr>
        <p:spPr>
          <a:xfrm>
            <a:off x="7336715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96ED6BB-7206-4CBA-98BB-12E9E5CF9335}"/>
              </a:ext>
            </a:extLst>
          </p:cNvPr>
          <p:cNvSpPr/>
          <p:nvPr/>
        </p:nvSpPr>
        <p:spPr>
          <a:xfrm>
            <a:off x="3481875" y="3649488"/>
            <a:ext cx="2542684" cy="11926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회장</a:t>
            </a:r>
            <a:r>
              <a:rPr lang="ko-KR" altLang="en-US" sz="105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  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현 봉 자 </a:t>
            </a:r>
            <a:br>
              <a:rPr lang="en-US" altLang="ko-KR" sz="1050" b="1" dirty="0"/>
            </a:br>
            <a:endParaRPr lang="en-US" altLang="ko-KR" sz="1050" b="1" dirty="0"/>
          </a:p>
          <a:p>
            <a:r>
              <a:rPr lang="ko-KR" altLang="en-US" sz="1050" dirty="0"/>
              <a:t>전화번호 </a:t>
            </a:r>
            <a:r>
              <a:rPr lang="en-US" altLang="ko-KR" sz="1050" dirty="0"/>
              <a:t>(+82)010-5448-5616</a:t>
            </a:r>
            <a:br>
              <a:rPr lang="en-US" altLang="ko-KR" sz="1050" b="1" dirty="0"/>
            </a:br>
            <a:r>
              <a:rPr lang="ko-KR" altLang="en-US" sz="1050" dirty="0"/>
              <a:t>충남 부여군 임천면 성흥로 </a:t>
            </a:r>
            <a:r>
              <a:rPr lang="en-US" altLang="ko-KR" sz="1050" dirty="0"/>
              <a:t>119</a:t>
            </a:r>
            <a:r>
              <a:rPr lang="ko-KR" altLang="en-US" sz="1050" dirty="0"/>
              <a:t>번길 </a:t>
            </a:r>
            <a:r>
              <a:rPr lang="en-US" altLang="ko-KR" sz="1050" dirty="0"/>
              <a:t>60-3</a:t>
            </a:r>
            <a:br>
              <a:rPr lang="en-US" altLang="ko-KR" sz="1050" dirty="0"/>
            </a:br>
            <a:br>
              <a:rPr lang="en-US" altLang="ko-KR" sz="1000" dirty="0"/>
            </a:br>
            <a:endParaRPr lang="ko-KR" altLang="en-US" sz="105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03090C3-8055-4FCB-A788-8F8B73E52F2B}"/>
              </a:ext>
            </a:extLst>
          </p:cNvPr>
          <p:cNvSpPr/>
          <p:nvPr/>
        </p:nvSpPr>
        <p:spPr>
          <a:xfrm>
            <a:off x="3377680" y="2982249"/>
            <a:ext cx="25891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사랑과 나눔 센터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F27D0F7-F19F-45F1-A0B4-F4A876164E93}"/>
              </a:ext>
            </a:extLst>
          </p:cNvPr>
          <p:cNvCxnSpPr>
            <a:cxnSpLocks/>
          </p:cNvCxnSpPr>
          <p:nvPr/>
        </p:nvCxnSpPr>
        <p:spPr>
          <a:xfrm>
            <a:off x="1849723" y="3585956"/>
            <a:ext cx="5282005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18CC068-16DF-4AB5-9850-14B30E177149}"/>
              </a:ext>
            </a:extLst>
          </p:cNvPr>
          <p:cNvSpPr txBox="1"/>
          <p:nvPr/>
        </p:nvSpPr>
        <p:spPr>
          <a:xfrm>
            <a:off x="2044824" y="860187"/>
            <a:ext cx="3026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Layout </a:t>
            </a:r>
            <a:r>
              <a:rPr lang="en-US" altLang="ko-KR" b="1" dirty="0">
                <a:latin typeface="+mn-ea"/>
              </a:rPr>
              <a:t>FRONT </a:t>
            </a:r>
            <a:r>
              <a:rPr lang="ko-KR" altLang="en-US" b="1" dirty="0"/>
              <a:t>회장 현 봉자 </a:t>
            </a:r>
            <a:endParaRPr lang="ko-KR" altLang="en-US" b="1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1ABE57-A13D-48CD-BE77-53428CB336D6}"/>
              </a:ext>
            </a:extLst>
          </p:cNvPr>
          <p:cNvSpPr txBox="1"/>
          <p:nvPr/>
        </p:nvSpPr>
        <p:spPr>
          <a:xfrm>
            <a:off x="4289094" y="166572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2FA015-9E31-49BE-BA83-948957FD9444}"/>
              </a:ext>
            </a:extLst>
          </p:cNvPr>
          <p:cNvSpPr txBox="1"/>
          <p:nvPr/>
        </p:nvSpPr>
        <p:spPr>
          <a:xfrm>
            <a:off x="7874596" y="355899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3D1D4B3-A31E-471C-B17E-0101CFCCA982}"/>
              </a:ext>
            </a:extLst>
          </p:cNvPr>
          <p:cNvSpPr/>
          <p:nvPr/>
        </p:nvSpPr>
        <p:spPr>
          <a:xfrm>
            <a:off x="4364675" y="4523172"/>
            <a:ext cx="13388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/>
              <a:t>@</a:t>
            </a:r>
            <a:r>
              <a:rPr lang="ko-KR" altLang="en-US" sz="1100" dirty="0"/>
              <a:t>부여봉자언니</a:t>
            </a:r>
            <a:r>
              <a:rPr lang="en-US" altLang="ko-KR" sz="1100" dirty="0"/>
              <a:t>_tv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5E602-A46F-4B63-AC19-E33D94511283}"/>
              </a:ext>
            </a:extLst>
          </p:cNvPr>
          <p:cNvSpPr txBox="1"/>
          <p:nvPr/>
        </p:nvSpPr>
        <p:spPr>
          <a:xfrm>
            <a:off x="4465412" y="1958116"/>
            <a:ext cx="42832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9cm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19127-958F-44E0-BD0A-00F20B3C6652}"/>
              </a:ext>
            </a:extLst>
          </p:cNvPr>
          <p:cNvSpPr txBox="1"/>
          <p:nvPr/>
        </p:nvSpPr>
        <p:spPr>
          <a:xfrm>
            <a:off x="7422504" y="3605166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5cm</a:t>
            </a:r>
            <a:endParaRPr lang="ko-KR" altLang="en-US" sz="12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28EB9B1-27FB-40E5-96DF-C823DECEF79F}"/>
              </a:ext>
            </a:extLst>
          </p:cNvPr>
          <p:cNvCxnSpPr/>
          <p:nvPr/>
        </p:nvCxnSpPr>
        <p:spPr>
          <a:xfrm>
            <a:off x="2054709" y="2242687"/>
            <a:ext cx="5282006" cy="0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64CA4E7-F49D-43F9-937F-AFB994B0E5BC}"/>
              </a:ext>
            </a:extLst>
          </p:cNvPr>
          <p:cNvCxnSpPr/>
          <p:nvPr/>
        </p:nvCxnSpPr>
        <p:spPr>
          <a:xfrm>
            <a:off x="7465806" y="2361168"/>
            <a:ext cx="0" cy="2829543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21200587-1FE2-4D88-9071-E3079B3A7D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589" b="37906"/>
          <a:stretch/>
        </p:blipFill>
        <p:spPr>
          <a:xfrm>
            <a:off x="3593473" y="4541629"/>
            <a:ext cx="771202" cy="18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5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4EAC522-5B36-4EDF-8F5D-FB7D4549EEEE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4695714" y="2377158"/>
            <a:ext cx="0" cy="2836852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767800-EF56-4F3B-9492-96646B220899}"/>
              </a:ext>
            </a:extLst>
          </p:cNvPr>
          <p:cNvSpPr/>
          <p:nvPr/>
        </p:nvSpPr>
        <p:spPr>
          <a:xfrm>
            <a:off x="2054711" y="2377158"/>
            <a:ext cx="5282005" cy="2836852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11B5D11-E11A-4335-97ED-015C008198E1}"/>
              </a:ext>
            </a:extLst>
          </p:cNvPr>
          <p:cNvCxnSpPr/>
          <p:nvPr/>
        </p:nvCxnSpPr>
        <p:spPr>
          <a:xfrm>
            <a:off x="7336715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BEB507B-F3BC-4C19-A063-0B2FF1B210DD}"/>
              </a:ext>
            </a:extLst>
          </p:cNvPr>
          <p:cNvCxnSpPr/>
          <p:nvPr/>
        </p:nvCxnSpPr>
        <p:spPr>
          <a:xfrm>
            <a:off x="7336715" y="2377158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6DA907-B93F-42F7-BE9E-A6113EDE1B11}"/>
              </a:ext>
            </a:extLst>
          </p:cNvPr>
          <p:cNvCxnSpPr/>
          <p:nvPr/>
        </p:nvCxnSpPr>
        <p:spPr>
          <a:xfrm>
            <a:off x="2054709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85DA990-FA37-4063-A0FC-F8CC3C014849}"/>
              </a:ext>
            </a:extLst>
          </p:cNvPr>
          <p:cNvCxnSpPr/>
          <p:nvPr/>
        </p:nvCxnSpPr>
        <p:spPr>
          <a:xfrm flipH="1">
            <a:off x="1699708" y="2377158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2E8B8F4-A6F7-4F93-9DFA-0D2022A7C1AC}"/>
              </a:ext>
            </a:extLst>
          </p:cNvPr>
          <p:cNvCxnSpPr>
            <a:cxnSpLocks/>
          </p:cNvCxnSpPr>
          <p:nvPr/>
        </p:nvCxnSpPr>
        <p:spPr>
          <a:xfrm>
            <a:off x="2054709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20613AB-231E-49DA-9542-AC39B4744140}"/>
              </a:ext>
            </a:extLst>
          </p:cNvPr>
          <p:cNvCxnSpPr/>
          <p:nvPr/>
        </p:nvCxnSpPr>
        <p:spPr>
          <a:xfrm flipH="1">
            <a:off x="1699708" y="5206701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C47F179-C61F-42BE-8C25-B5B93168BF00}"/>
              </a:ext>
            </a:extLst>
          </p:cNvPr>
          <p:cNvCxnSpPr/>
          <p:nvPr/>
        </p:nvCxnSpPr>
        <p:spPr>
          <a:xfrm>
            <a:off x="7336715" y="5206701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3CBB8CA-7242-4259-86F5-C4291B9C3D04}"/>
              </a:ext>
            </a:extLst>
          </p:cNvPr>
          <p:cNvCxnSpPr/>
          <p:nvPr/>
        </p:nvCxnSpPr>
        <p:spPr>
          <a:xfrm>
            <a:off x="7336715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F27D0F7-F19F-45F1-A0B4-F4A876164E93}"/>
              </a:ext>
            </a:extLst>
          </p:cNvPr>
          <p:cNvCxnSpPr>
            <a:cxnSpLocks/>
          </p:cNvCxnSpPr>
          <p:nvPr/>
        </p:nvCxnSpPr>
        <p:spPr>
          <a:xfrm>
            <a:off x="2054710" y="3765182"/>
            <a:ext cx="5282005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18CC068-16DF-4AB5-9850-14B30E177149}"/>
              </a:ext>
            </a:extLst>
          </p:cNvPr>
          <p:cNvSpPr txBox="1"/>
          <p:nvPr/>
        </p:nvSpPr>
        <p:spPr>
          <a:xfrm>
            <a:off x="2054709" y="1323191"/>
            <a:ext cx="1465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Layout </a:t>
            </a:r>
            <a:r>
              <a:rPr lang="en-US" altLang="ko-KR" b="1" dirty="0">
                <a:latin typeface="+mn-ea"/>
              </a:rPr>
              <a:t>BACK</a:t>
            </a:r>
            <a:endParaRPr lang="ko-KR" altLang="en-US" b="1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1ABE57-A13D-48CD-BE77-53428CB336D6}"/>
              </a:ext>
            </a:extLst>
          </p:cNvPr>
          <p:cNvSpPr txBox="1"/>
          <p:nvPr/>
        </p:nvSpPr>
        <p:spPr>
          <a:xfrm>
            <a:off x="4289094" y="166572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2FA015-9E31-49BE-BA83-948957FD9444}"/>
              </a:ext>
            </a:extLst>
          </p:cNvPr>
          <p:cNvSpPr txBox="1"/>
          <p:nvPr/>
        </p:nvSpPr>
        <p:spPr>
          <a:xfrm>
            <a:off x="7874596" y="355899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5E602-A46F-4B63-AC19-E33D94511283}"/>
              </a:ext>
            </a:extLst>
          </p:cNvPr>
          <p:cNvSpPr txBox="1"/>
          <p:nvPr/>
        </p:nvSpPr>
        <p:spPr>
          <a:xfrm>
            <a:off x="4465412" y="1958116"/>
            <a:ext cx="42832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9cm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19127-958F-44E0-BD0A-00F20B3C6652}"/>
              </a:ext>
            </a:extLst>
          </p:cNvPr>
          <p:cNvSpPr txBox="1"/>
          <p:nvPr/>
        </p:nvSpPr>
        <p:spPr>
          <a:xfrm>
            <a:off x="7422504" y="3605166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5cm</a:t>
            </a:r>
            <a:endParaRPr lang="ko-KR" altLang="en-US" sz="12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28EB9B1-27FB-40E5-96DF-C823DECEF79F}"/>
              </a:ext>
            </a:extLst>
          </p:cNvPr>
          <p:cNvCxnSpPr/>
          <p:nvPr/>
        </p:nvCxnSpPr>
        <p:spPr>
          <a:xfrm>
            <a:off x="2054709" y="2242687"/>
            <a:ext cx="5282006" cy="0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64CA4E7-F49D-43F9-937F-AFB994B0E5BC}"/>
              </a:ext>
            </a:extLst>
          </p:cNvPr>
          <p:cNvCxnSpPr/>
          <p:nvPr/>
        </p:nvCxnSpPr>
        <p:spPr>
          <a:xfrm>
            <a:off x="7465806" y="2361168"/>
            <a:ext cx="0" cy="2829543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91BFE737-5BB5-4407-8704-871699D67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53" r="16027"/>
          <a:stretch/>
        </p:blipFill>
        <p:spPr>
          <a:xfrm>
            <a:off x="3356972" y="3151344"/>
            <a:ext cx="2214337" cy="90436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A2CCD931-A624-496A-A7E7-35E96ACED122}"/>
              </a:ext>
            </a:extLst>
          </p:cNvPr>
          <p:cNvSpPr/>
          <p:nvPr/>
        </p:nvSpPr>
        <p:spPr>
          <a:xfrm>
            <a:off x="3442807" y="4055711"/>
            <a:ext cx="25058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  <a:t>식품사막화 해소 프로젝트</a:t>
            </a:r>
            <a:b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</a:br>
            <a: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  <a:t>Food Oasis Created by My Wallet</a:t>
            </a:r>
            <a:endParaRPr lang="ko-KR" altLang="en-US" sz="1100" dirty="0">
              <a:latin typeface="푸른전남 Medium" panose="020B0603000000000000" pitchFamily="50" charset="-127"/>
              <a:ea typeface="푸른전남 Medium" panose="020B06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470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4EAC522-5B36-4EDF-8F5D-FB7D4549EEEE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4695714" y="2377158"/>
            <a:ext cx="0" cy="2836852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767800-EF56-4F3B-9492-96646B220899}"/>
              </a:ext>
            </a:extLst>
          </p:cNvPr>
          <p:cNvSpPr/>
          <p:nvPr/>
        </p:nvSpPr>
        <p:spPr>
          <a:xfrm>
            <a:off x="2054711" y="2377158"/>
            <a:ext cx="5282005" cy="2836852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11B5D11-E11A-4335-97ED-015C008198E1}"/>
              </a:ext>
            </a:extLst>
          </p:cNvPr>
          <p:cNvCxnSpPr/>
          <p:nvPr/>
        </p:nvCxnSpPr>
        <p:spPr>
          <a:xfrm>
            <a:off x="7336715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BEB507B-F3BC-4C19-A063-0B2FF1B210DD}"/>
              </a:ext>
            </a:extLst>
          </p:cNvPr>
          <p:cNvCxnSpPr/>
          <p:nvPr/>
        </p:nvCxnSpPr>
        <p:spPr>
          <a:xfrm>
            <a:off x="7336715" y="2377158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6DA907-B93F-42F7-BE9E-A6113EDE1B11}"/>
              </a:ext>
            </a:extLst>
          </p:cNvPr>
          <p:cNvCxnSpPr/>
          <p:nvPr/>
        </p:nvCxnSpPr>
        <p:spPr>
          <a:xfrm>
            <a:off x="2054709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85DA990-FA37-4063-A0FC-F8CC3C014849}"/>
              </a:ext>
            </a:extLst>
          </p:cNvPr>
          <p:cNvCxnSpPr/>
          <p:nvPr/>
        </p:nvCxnSpPr>
        <p:spPr>
          <a:xfrm flipH="1">
            <a:off x="1699708" y="2377158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2E8B8F4-A6F7-4F93-9DFA-0D2022A7C1AC}"/>
              </a:ext>
            </a:extLst>
          </p:cNvPr>
          <p:cNvCxnSpPr>
            <a:cxnSpLocks/>
          </p:cNvCxnSpPr>
          <p:nvPr/>
        </p:nvCxnSpPr>
        <p:spPr>
          <a:xfrm>
            <a:off x="2054709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20613AB-231E-49DA-9542-AC39B4744140}"/>
              </a:ext>
            </a:extLst>
          </p:cNvPr>
          <p:cNvCxnSpPr/>
          <p:nvPr/>
        </p:nvCxnSpPr>
        <p:spPr>
          <a:xfrm flipH="1">
            <a:off x="1699708" y="5206701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C47F179-C61F-42BE-8C25-B5B93168BF00}"/>
              </a:ext>
            </a:extLst>
          </p:cNvPr>
          <p:cNvCxnSpPr/>
          <p:nvPr/>
        </p:nvCxnSpPr>
        <p:spPr>
          <a:xfrm>
            <a:off x="7336715" y="5206701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3CBB8CA-7242-4259-86F5-C4291B9C3D04}"/>
              </a:ext>
            </a:extLst>
          </p:cNvPr>
          <p:cNvCxnSpPr/>
          <p:nvPr/>
        </p:nvCxnSpPr>
        <p:spPr>
          <a:xfrm>
            <a:off x="7336715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F27D0F7-F19F-45F1-A0B4-F4A876164E93}"/>
              </a:ext>
            </a:extLst>
          </p:cNvPr>
          <p:cNvCxnSpPr>
            <a:cxnSpLocks/>
          </p:cNvCxnSpPr>
          <p:nvPr/>
        </p:nvCxnSpPr>
        <p:spPr>
          <a:xfrm>
            <a:off x="2054710" y="3765182"/>
            <a:ext cx="5282005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18CC068-16DF-4AB5-9850-14B30E177149}"/>
              </a:ext>
            </a:extLst>
          </p:cNvPr>
          <p:cNvSpPr txBox="1"/>
          <p:nvPr/>
        </p:nvSpPr>
        <p:spPr>
          <a:xfrm>
            <a:off x="1918412" y="868025"/>
            <a:ext cx="3747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Layout BACK </a:t>
            </a:r>
            <a:r>
              <a:rPr lang="en-US" altLang="ko-KR" b="1" dirty="0">
                <a:latin typeface="+mn-ea"/>
              </a:rPr>
              <a:t>Director: Eunjoo Kim</a:t>
            </a:r>
            <a:endParaRPr lang="ko-KR" alt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1ABE57-A13D-48CD-BE77-53428CB336D6}"/>
              </a:ext>
            </a:extLst>
          </p:cNvPr>
          <p:cNvSpPr txBox="1"/>
          <p:nvPr/>
        </p:nvSpPr>
        <p:spPr>
          <a:xfrm>
            <a:off x="4289094" y="166572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2FA015-9E31-49BE-BA83-948957FD9444}"/>
              </a:ext>
            </a:extLst>
          </p:cNvPr>
          <p:cNvSpPr txBox="1"/>
          <p:nvPr/>
        </p:nvSpPr>
        <p:spPr>
          <a:xfrm>
            <a:off x="7874596" y="355899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5E602-A46F-4B63-AC19-E33D94511283}"/>
              </a:ext>
            </a:extLst>
          </p:cNvPr>
          <p:cNvSpPr txBox="1"/>
          <p:nvPr/>
        </p:nvSpPr>
        <p:spPr>
          <a:xfrm>
            <a:off x="4465412" y="1958116"/>
            <a:ext cx="42832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9cm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19127-958F-44E0-BD0A-00F20B3C6652}"/>
              </a:ext>
            </a:extLst>
          </p:cNvPr>
          <p:cNvSpPr txBox="1"/>
          <p:nvPr/>
        </p:nvSpPr>
        <p:spPr>
          <a:xfrm>
            <a:off x="7422504" y="3605166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5cm</a:t>
            </a:r>
            <a:endParaRPr lang="ko-KR" altLang="en-US" sz="12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28EB9B1-27FB-40E5-96DF-C823DECEF79F}"/>
              </a:ext>
            </a:extLst>
          </p:cNvPr>
          <p:cNvCxnSpPr/>
          <p:nvPr/>
        </p:nvCxnSpPr>
        <p:spPr>
          <a:xfrm>
            <a:off x="2054709" y="2242687"/>
            <a:ext cx="5282006" cy="0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64CA4E7-F49D-43F9-937F-AFB994B0E5BC}"/>
              </a:ext>
            </a:extLst>
          </p:cNvPr>
          <p:cNvCxnSpPr/>
          <p:nvPr/>
        </p:nvCxnSpPr>
        <p:spPr>
          <a:xfrm>
            <a:off x="7465806" y="2361168"/>
            <a:ext cx="0" cy="2829543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66EFF45-815D-4614-B9F3-F3E2566F417C}"/>
              </a:ext>
            </a:extLst>
          </p:cNvPr>
          <p:cNvSpPr/>
          <p:nvPr/>
        </p:nvSpPr>
        <p:spPr>
          <a:xfrm>
            <a:off x="4572000" y="4154638"/>
            <a:ext cx="23296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+mn-ea"/>
              </a:rPr>
              <a:t>교수 </a:t>
            </a:r>
            <a:r>
              <a:rPr lang="en-US" altLang="ko-KR" sz="1200" b="1" dirty="0">
                <a:latin typeface="+mn-ea"/>
              </a:rPr>
              <a:t>Eunjoo Kim</a:t>
            </a:r>
            <a:br>
              <a:rPr lang="en-US" altLang="ko-KR" sz="1050" dirty="0"/>
            </a:br>
            <a:r>
              <a:rPr lang="ko-KR" altLang="en-US" sz="1050" dirty="0"/>
              <a:t>한국디지털대학 사무총장 </a:t>
            </a:r>
            <a:br>
              <a:rPr lang="en-US" altLang="ko-KR" sz="1050" dirty="0"/>
            </a:br>
            <a:r>
              <a:rPr lang="en-US" altLang="ko-KR" sz="1050" dirty="0"/>
              <a:t>AI </a:t>
            </a:r>
            <a:r>
              <a:rPr lang="ko-KR" altLang="en-US" sz="1050" dirty="0"/>
              <a:t>휴먼 북스 </a:t>
            </a:r>
            <a:r>
              <a:rPr lang="en-US" altLang="ko-KR" sz="1050" dirty="0"/>
              <a:t>. </a:t>
            </a:r>
            <a:r>
              <a:rPr lang="ko-KR" altLang="en-US" sz="1050" dirty="0"/>
              <a:t>작가</a:t>
            </a:r>
            <a:br>
              <a:rPr lang="en-US" altLang="ko-KR" sz="1050" dirty="0"/>
            </a:br>
            <a:r>
              <a:rPr lang="en-US" altLang="ko-KR" sz="1050" dirty="0"/>
              <a:t>Email: amwing2000@gmail.com </a:t>
            </a:r>
          </a:p>
          <a:p>
            <a:r>
              <a:rPr lang="en-US" altLang="ko-KR" sz="1050" dirty="0"/>
              <a:t>Phone Number: (+82)010-9289-0746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91BFE737-5BB5-4407-8704-871699D67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53" r="16027"/>
          <a:stretch/>
        </p:blipFill>
        <p:spPr>
          <a:xfrm>
            <a:off x="3849454" y="3259210"/>
            <a:ext cx="2214337" cy="90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62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4EAC522-5B36-4EDF-8F5D-FB7D4549EEEE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4695714" y="2377158"/>
            <a:ext cx="0" cy="2836852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767800-EF56-4F3B-9492-96646B220899}"/>
              </a:ext>
            </a:extLst>
          </p:cNvPr>
          <p:cNvSpPr/>
          <p:nvPr/>
        </p:nvSpPr>
        <p:spPr>
          <a:xfrm>
            <a:off x="2054711" y="2377158"/>
            <a:ext cx="5282005" cy="2836852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11B5D11-E11A-4335-97ED-015C008198E1}"/>
              </a:ext>
            </a:extLst>
          </p:cNvPr>
          <p:cNvCxnSpPr/>
          <p:nvPr/>
        </p:nvCxnSpPr>
        <p:spPr>
          <a:xfrm>
            <a:off x="7336715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BEB507B-F3BC-4C19-A063-0B2FF1B210DD}"/>
              </a:ext>
            </a:extLst>
          </p:cNvPr>
          <p:cNvCxnSpPr/>
          <p:nvPr/>
        </p:nvCxnSpPr>
        <p:spPr>
          <a:xfrm>
            <a:off x="7336715" y="2377158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C6DA907-B93F-42F7-BE9E-A6113EDE1B11}"/>
              </a:ext>
            </a:extLst>
          </p:cNvPr>
          <p:cNvCxnSpPr/>
          <p:nvPr/>
        </p:nvCxnSpPr>
        <p:spPr>
          <a:xfrm>
            <a:off x="2054709" y="2108216"/>
            <a:ext cx="0" cy="268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85DA990-FA37-4063-A0FC-F8CC3C014849}"/>
              </a:ext>
            </a:extLst>
          </p:cNvPr>
          <p:cNvCxnSpPr/>
          <p:nvPr/>
        </p:nvCxnSpPr>
        <p:spPr>
          <a:xfrm flipH="1">
            <a:off x="1699708" y="2377158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2E8B8F4-A6F7-4F93-9DFA-0D2022A7C1AC}"/>
              </a:ext>
            </a:extLst>
          </p:cNvPr>
          <p:cNvCxnSpPr>
            <a:cxnSpLocks/>
          </p:cNvCxnSpPr>
          <p:nvPr/>
        </p:nvCxnSpPr>
        <p:spPr>
          <a:xfrm>
            <a:off x="2054709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20613AB-231E-49DA-9542-AC39B4744140}"/>
              </a:ext>
            </a:extLst>
          </p:cNvPr>
          <p:cNvCxnSpPr/>
          <p:nvPr/>
        </p:nvCxnSpPr>
        <p:spPr>
          <a:xfrm flipH="1">
            <a:off x="1699708" y="5206701"/>
            <a:ext cx="355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C47F179-C61F-42BE-8C25-B5B93168BF00}"/>
              </a:ext>
            </a:extLst>
          </p:cNvPr>
          <p:cNvCxnSpPr/>
          <p:nvPr/>
        </p:nvCxnSpPr>
        <p:spPr>
          <a:xfrm>
            <a:off x="7336715" y="5206701"/>
            <a:ext cx="2689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3CBB8CA-7242-4259-86F5-C4291B9C3D04}"/>
              </a:ext>
            </a:extLst>
          </p:cNvPr>
          <p:cNvCxnSpPr/>
          <p:nvPr/>
        </p:nvCxnSpPr>
        <p:spPr>
          <a:xfrm>
            <a:off x="7336715" y="5206701"/>
            <a:ext cx="0" cy="258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F27D0F7-F19F-45F1-A0B4-F4A876164E93}"/>
              </a:ext>
            </a:extLst>
          </p:cNvPr>
          <p:cNvCxnSpPr>
            <a:cxnSpLocks/>
          </p:cNvCxnSpPr>
          <p:nvPr/>
        </p:nvCxnSpPr>
        <p:spPr>
          <a:xfrm>
            <a:off x="2054710" y="3765182"/>
            <a:ext cx="5282005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18CC068-16DF-4AB5-9850-14B30E177149}"/>
              </a:ext>
            </a:extLst>
          </p:cNvPr>
          <p:cNvSpPr txBox="1"/>
          <p:nvPr/>
        </p:nvSpPr>
        <p:spPr>
          <a:xfrm>
            <a:off x="1918412" y="868025"/>
            <a:ext cx="3942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Layout FRONT</a:t>
            </a:r>
            <a:r>
              <a:rPr lang="ko-KR" altLang="en-US" b="1" dirty="0"/>
              <a:t> </a:t>
            </a:r>
            <a:r>
              <a:rPr lang="en-US" altLang="ko-KR" b="1" dirty="0"/>
              <a:t> </a:t>
            </a:r>
            <a:r>
              <a:rPr lang="en-US" altLang="ko-KR" b="1" dirty="0">
                <a:latin typeface="+mn-ea"/>
              </a:rPr>
              <a:t>Director: Eunjoo Kim</a:t>
            </a:r>
            <a:endParaRPr lang="ko-KR" alt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1ABE57-A13D-48CD-BE77-53428CB336D6}"/>
              </a:ext>
            </a:extLst>
          </p:cNvPr>
          <p:cNvSpPr txBox="1"/>
          <p:nvPr/>
        </p:nvSpPr>
        <p:spPr>
          <a:xfrm>
            <a:off x="4289094" y="166572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2FA015-9E31-49BE-BA83-948957FD9444}"/>
              </a:ext>
            </a:extLst>
          </p:cNvPr>
          <p:cNvSpPr txBox="1"/>
          <p:nvPr/>
        </p:nvSpPr>
        <p:spPr>
          <a:xfrm>
            <a:off x="7874596" y="3558999"/>
            <a:ext cx="813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5E602-A46F-4B63-AC19-E33D94511283}"/>
              </a:ext>
            </a:extLst>
          </p:cNvPr>
          <p:cNvSpPr txBox="1"/>
          <p:nvPr/>
        </p:nvSpPr>
        <p:spPr>
          <a:xfrm>
            <a:off x="4465412" y="1958116"/>
            <a:ext cx="42832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9cm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19127-958F-44E0-BD0A-00F20B3C6652}"/>
              </a:ext>
            </a:extLst>
          </p:cNvPr>
          <p:cNvSpPr txBox="1"/>
          <p:nvPr/>
        </p:nvSpPr>
        <p:spPr>
          <a:xfrm>
            <a:off x="7422504" y="3605166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5cm</a:t>
            </a:r>
            <a:endParaRPr lang="ko-KR" altLang="en-US" sz="12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28EB9B1-27FB-40E5-96DF-C823DECEF79F}"/>
              </a:ext>
            </a:extLst>
          </p:cNvPr>
          <p:cNvCxnSpPr/>
          <p:nvPr/>
        </p:nvCxnSpPr>
        <p:spPr>
          <a:xfrm>
            <a:off x="2054709" y="2242687"/>
            <a:ext cx="5282006" cy="0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64CA4E7-F49D-43F9-937F-AFB994B0E5BC}"/>
              </a:ext>
            </a:extLst>
          </p:cNvPr>
          <p:cNvCxnSpPr/>
          <p:nvPr/>
        </p:nvCxnSpPr>
        <p:spPr>
          <a:xfrm>
            <a:off x="7465806" y="2361168"/>
            <a:ext cx="0" cy="2829543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66EFF45-815D-4614-B9F3-F3E2566F417C}"/>
              </a:ext>
            </a:extLst>
          </p:cNvPr>
          <p:cNvSpPr/>
          <p:nvPr/>
        </p:nvSpPr>
        <p:spPr>
          <a:xfrm>
            <a:off x="4279914" y="3765182"/>
            <a:ext cx="3046043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b="1" dirty="0">
                <a:latin typeface="+mn-ea"/>
              </a:rPr>
              <a:t>Director: Eunjoo Kim</a:t>
            </a:r>
            <a:br>
              <a:rPr lang="en-US" altLang="ko-KR" sz="1050" dirty="0"/>
            </a:br>
            <a:endParaRPr lang="en-US" altLang="ko-KR" sz="1050" dirty="0"/>
          </a:p>
          <a:p>
            <a:endParaRPr lang="en-US" altLang="ko-KR" sz="1050" dirty="0"/>
          </a:p>
          <a:p>
            <a:endParaRPr lang="en-US" altLang="ko-KR" sz="1050" dirty="0"/>
          </a:p>
          <a:p>
            <a:endParaRPr lang="en-US" altLang="ko-KR" sz="105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91BFE737-5BB5-4407-8704-871699D675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53" r="16027"/>
          <a:stretch/>
        </p:blipFill>
        <p:spPr>
          <a:xfrm>
            <a:off x="3546608" y="2879374"/>
            <a:ext cx="2214337" cy="90436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C1575D-7E68-466E-8ED8-8466E22C8A50}"/>
              </a:ext>
            </a:extLst>
          </p:cNvPr>
          <p:cNvSpPr/>
          <p:nvPr/>
        </p:nvSpPr>
        <p:spPr>
          <a:xfrm>
            <a:off x="4258394" y="3977889"/>
            <a:ext cx="250581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  <a:t>Ai Tab_ Food Desert Solution</a:t>
            </a:r>
            <a:b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</a:br>
            <a:r>
              <a:rPr lang="en-US" altLang="ko-KR" sz="1100" dirty="0">
                <a:latin typeface="푸른전남 Medium" panose="020B0603000000000000" pitchFamily="50" charset="-127"/>
                <a:ea typeface="푸른전남 Medium" panose="020B0603000000000000" pitchFamily="50" charset="-127"/>
              </a:rPr>
              <a:t>Food Oasis Created by My Wallet</a:t>
            </a:r>
            <a:endParaRPr lang="ko-KR" altLang="en-US" sz="1100" dirty="0">
              <a:latin typeface="푸른전남 Medium" panose="020B0603000000000000" pitchFamily="50" charset="-127"/>
              <a:ea typeface="푸른전남 Medium" panose="020B0603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A70052C-BF04-456D-91BA-99ACBFCDD292}"/>
              </a:ext>
            </a:extLst>
          </p:cNvPr>
          <p:cNvSpPr/>
          <p:nvPr/>
        </p:nvSpPr>
        <p:spPr>
          <a:xfrm>
            <a:off x="5298827" y="6464084"/>
            <a:ext cx="18000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/>
              <a:t>mastodon.social</a:t>
            </a:r>
            <a:r>
              <a:rPr lang="en-US" altLang="ko-KR" sz="1200" dirty="0"/>
              <a:t>/@re_eul</a:t>
            </a:r>
            <a:endParaRPr lang="ko-KR" alt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534919-9882-4E55-83D3-1390C04EECD3}"/>
              </a:ext>
            </a:extLst>
          </p:cNvPr>
          <p:cNvSpPr txBox="1"/>
          <p:nvPr/>
        </p:nvSpPr>
        <p:spPr>
          <a:xfrm>
            <a:off x="4279914" y="4331964"/>
            <a:ext cx="2924198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 err="1"/>
              <a:t>PlanX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Global</a:t>
            </a:r>
            <a:r>
              <a:rPr lang="ko-KR" altLang="en-US" sz="1050" b="1" dirty="0"/>
              <a:t> </a:t>
            </a:r>
            <a:r>
              <a:rPr lang="en-US" altLang="ko-KR" sz="1050" b="1" dirty="0" err="1"/>
              <a:t>Co.,LTD</a:t>
            </a:r>
            <a:br>
              <a:rPr lang="en-US" altLang="ko-KR" sz="1050" dirty="0"/>
            </a:br>
            <a:r>
              <a:rPr lang="en-US" altLang="ko-KR" sz="1050" dirty="0"/>
              <a:t>#181,68,</a:t>
            </a:r>
            <a:r>
              <a:rPr lang="ko-KR" altLang="en-US" sz="1050" dirty="0"/>
              <a:t> </a:t>
            </a:r>
            <a:r>
              <a:rPr lang="en-US" altLang="ko-KR" sz="1050" dirty="0" err="1"/>
              <a:t>Bongeunsa-ro</a:t>
            </a:r>
            <a:r>
              <a:rPr lang="ko-KR" altLang="en-US" sz="1050" dirty="0"/>
              <a:t> </a:t>
            </a:r>
            <a:r>
              <a:rPr lang="en-US" altLang="ko-KR" sz="1050" dirty="0"/>
              <a:t>30-gil,</a:t>
            </a:r>
            <a:r>
              <a:rPr lang="ko-KR" altLang="en-US" sz="1050" dirty="0"/>
              <a:t> </a:t>
            </a:r>
            <a:r>
              <a:rPr lang="en-US" altLang="ko-KR" sz="1050" dirty="0"/>
              <a:t>Gangnam-</a:t>
            </a:r>
            <a:r>
              <a:rPr lang="en-US" altLang="ko-KR" sz="1050" dirty="0" err="1"/>
              <a:t>gu</a:t>
            </a:r>
            <a:r>
              <a:rPr lang="en-US" altLang="ko-KR" sz="1050" dirty="0"/>
              <a:t>,</a:t>
            </a:r>
            <a:r>
              <a:rPr lang="ko-KR" altLang="en-US" sz="1050" dirty="0"/>
              <a:t> </a:t>
            </a:r>
            <a:r>
              <a:rPr lang="en-US" altLang="ko-KR" sz="1050" dirty="0"/>
              <a:t>Seoul</a:t>
            </a:r>
            <a:br>
              <a:rPr lang="en-US" altLang="ko-KR" sz="1050" dirty="0"/>
            </a:br>
            <a:endParaRPr lang="ko-KR" altLang="en-US" sz="105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15B6D0-9AFF-43C5-82E5-EEED4E66B5B1}"/>
              </a:ext>
            </a:extLst>
          </p:cNvPr>
          <p:cNvSpPr/>
          <p:nvPr/>
        </p:nvSpPr>
        <p:spPr>
          <a:xfrm>
            <a:off x="4298009" y="4694202"/>
            <a:ext cx="30928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Email: amwing2000@gmail.com </a:t>
            </a:r>
          </a:p>
          <a:p>
            <a:r>
              <a:rPr lang="en-US" altLang="ko-KR" sz="1200" dirty="0"/>
              <a:t>Phone Number: (+82)010-9289-0746</a:t>
            </a:r>
          </a:p>
        </p:txBody>
      </p:sp>
    </p:spTree>
    <p:extLst>
      <p:ext uri="{BB962C8B-B14F-4D97-AF65-F5344CB8AC3E}">
        <p14:creationId xmlns:p14="http://schemas.microsoft.com/office/powerpoint/2010/main" val="994250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</TotalTime>
  <Words>148</Words>
  <Application>Microsoft Office PowerPoint</Application>
  <PresentationFormat>화면 슬라이드 쇼(4:3)</PresentationFormat>
  <Paragraphs>34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맑은 고딕</vt:lpstr>
      <vt:lpstr>푸른전남 Medium</vt:lpstr>
      <vt:lpstr>한컴 말랑말랑 Bold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ChongChongSaigon</dc:creator>
  <cp:lastModifiedBy>ChongChongSaigon</cp:lastModifiedBy>
  <cp:revision>6</cp:revision>
  <dcterms:created xsi:type="dcterms:W3CDTF">2025-11-21T06:08:57Z</dcterms:created>
  <dcterms:modified xsi:type="dcterms:W3CDTF">2025-11-23T04:58:54Z</dcterms:modified>
</cp:coreProperties>
</file>